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colors8.xml" ContentType="application/vnd.openxmlformats-officedocument.drawingml.diagramColors+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diagrams/drawing7.xml" ContentType="application/vnd.ms-office.drawingml.diagramDrawing+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diagrams/layout6.xml" ContentType="application/vnd.openxmlformats-officedocument.drawingml.diagramLayout+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diagrams/data7.xml" ContentType="application/vnd.openxmlformats-officedocument.drawingml.diagramData+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drawing8.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drawing6.xml" ContentType="application/vnd.ms-office.drawingml.diagramDrawing+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diagrams/layout7.xml" ContentType="application/vnd.openxmlformats-officedocument.drawingml.diagramLayout+xml"/>
  <Override PartName="/ppt/notesSlides/notesSlide43.xml" ContentType="application/vnd.openxmlformats-officedocument.presentationml.notesSlide+xml"/>
  <Override PartName="/ppt/diagrams/data8.xml" ContentType="application/vnd.openxmlformats-officedocument.drawingml.diagramData+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diagrams/layout3.xml" ContentType="application/vnd.openxmlformats-officedocument.drawingml.diagramLayout+xml"/>
  <Override PartName="/ppt/notesSlides/notesSlide21.xml" ContentType="application/vnd.openxmlformats-officedocument.presentationml.notesSlide+xml"/>
  <Override PartName="/ppt/diagrams/data4.xml" ContentType="application/vnd.openxmlformats-officedocument.drawingml.diagramData+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diagrams/colors6.xml" ContentType="application/vnd.openxmlformats-officedocument.drawingml.diagramColors+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drawing5.xml" ContentType="application/vnd.ms-office.drawingml.diagramDrawing+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Default Extension="jpeg" ContentType="image/jpeg"/>
  <Override PartName="/ppt/diagrams/quickStyle1.xml" ContentType="application/vnd.openxmlformats-officedocument.drawingml.diagramStyle+xml"/>
  <Override PartName="/ppt/notesSlides/notesSlide37.xml" ContentType="application/vnd.openxmlformats-officedocument.presentationml.notesSlide+xml"/>
  <Override PartName="/ppt/diagrams/layout8.xml" ContentType="application/vnd.openxmlformats-officedocument.drawingml.diagramLayout+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diagrams/layout4.xml" ContentType="application/vnd.openxmlformats-officedocument.drawingml.diagramLayout+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notesSlides/notesSlide40.xml" ContentType="application/vnd.openxmlformats-officedocument.presentationml.notesSlide+xml"/>
  <Override PartName="/ppt/diagrams/colors7.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60" r:id="rId1"/>
  </p:sldMasterIdLst>
  <p:notesMasterIdLst>
    <p:notesMasterId r:id="rId58"/>
  </p:notesMasterIdLst>
  <p:sldIdLst>
    <p:sldId id="256" r:id="rId2"/>
    <p:sldId id="261" r:id="rId3"/>
    <p:sldId id="263" r:id="rId4"/>
    <p:sldId id="304" r:id="rId5"/>
    <p:sldId id="276" r:id="rId6"/>
    <p:sldId id="275" r:id="rId7"/>
    <p:sldId id="272" r:id="rId8"/>
    <p:sldId id="267" r:id="rId9"/>
    <p:sldId id="271" r:id="rId10"/>
    <p:sldId id="270" r:id="rId11"/>
    <p:sldId id="283" r:id="rId12"/>
    <p:sldId id="284" r:id="rId13"/>
    <p:sldId id="285" r:id="rId14"/>
    <p:sldId id="282" r:id="rId15"/>
    <p:sldId id="280" r:id="rId16"/>
    <p:sldId id="279" r:id="rId17"/>
    <p:sldId id="281" r:id="rId18"/>
    <p:sldId id="277" r:id="rId19"/>
    <p:sldId id="278" r:id="rId20"/>
    <p:sldId id="294" r:id="rId21"/>
    <p:sldId id="286" r:id="rId22"/>
    <p:sldId id="287" r:id="rId23"/>
    <p:sldId id="296" r:id="rId24"/>
    <p:sldId id="297" r:id="rId25"/>
    <p:sldId id="300" r:id="rId26"/>
    <p:sldId id="288" r:id="rId27"/>
    <p:sldId id="299" r:id="rId28"/>
    <p:sldId id="298" r:id="rId29"/>
    <p:sldId id="290" r:id="rId30"/>
    <p:sldId id="291" r:id="rId31"/>
    <p:sldId id="292" r:id="rId32"/>
    <p:sldId id="269" r:id="rId33"/>
    <p:sldId id="309" r:id="rId34"/>
    <p:sldId id="310" r:id="rId35"/>
    <p:sldId id="307" r:id="rId36"/>
    <p:sldId id="308" r:id="rId37"/>
    <p:sldId id="306" r:id="rId38"/>
    <p:sldId id="305" r:id="rId39"/>
    <p:sldId id="302" r:id="rId40"/>
    <p:sldId id="311" r:id="rId41"/>
    <p:sldId id="312" r:id="rId42"/>
    <p:sldId id="313" r:id="rId43"/>
    <p:sldId id="315" r:id="rId44"/>
    <p:sldId id="316" r:id="rId45"/>
    <p:sldId id="314" r:id="rId46"/>
    <p:sldId id="301" r:id="rId47"/>
    <p:sldId id="317" r:id="rId48"/>
    <p:sldId id="319" r:id="rId49"/>
    <p:sldId id="318" r:id="rId50"/>
    <p:sldId id="303" r:id="rId51"/>
    <p:sldId id="321" r:id="rId52"/>
    <p:sldId id="320" r:id="rId53"/>
    <p:sldId id="268" r:id="rId54"/>
    <p:sldId id="322" r:id="rId55"/>
    <p:sldId id="274" r:id="rId56"/>
    <p:sldId id="265" r:id="rId5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30" clrIdx="0">
    <p:extLst>
      <p:ext uri="{19B8F6BF-5375-455C-9EA6-DF929625EA0E}">
        <p15:presenceInfo xmlns:p15="http://schemas.microsoft.com/office/powerpoint/2012/main" xmlns=""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00FF00"/>
    <a:srgbClr val="FF0000"/>
    <a:srgbClr val="FCF5E8"/>
    <a:srgbClr val="154389"/>
    <a:srgbClr val="FEF3DC"/>
    <a:srgbClr val="F1E6D3"/>
    <a:srgbClr val="771614"/>
    <a:srgbClr val="A92627"/>
    <a:srgbClr val="C02B2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0238" autoAdjust="0"/>
    <p:restoredTop sz="88872" autoAdjust="0"/>
  </p:normalViewPr>
  <p:slideViewPr>
    <p:cSldViewPr snapToGrid="0" snapToObjects="1">
      <p:cViewPr varScale="1">
        <p:scale>
          <a:sx n="86" d="100"/>
          <a:sy n="86" d="100"/>
        </p:scale>
        <p:origin x="-714" y="-90"/>
      </p:cViewPr>
      <p:guideLst>
        <p:guide orient="horz" pos="1620"/>
        <p:guide pos="2880"/>
      </p:guideLst>
    </p:cSldViewPr>
  </p:slideViewPr>
  <p:outlineViewPr>
    <p:cViewPr>
      <p:scale>
        <a:sx n="33" d="100"/>
        <a:sy n="33" d="100"/>
      </p:scale>
      <p:origin x="0" y="132"/>
    </p:cViewPr>
  </p:outlin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71646D-6985-4720-BEFF-A4B2C43DC58B}" type="doc">
      <dgm:prSet loTypeId="urn:microsoft.com/office/officeart/2005/8/layout/pyramid4" loCatId="relationship" qsTypeId="urn:microsoft.com/office/officeart/2005/8/quickstyle/3d4" qsCatId="3D" csTypeId="urn:microsoft.com/office/officeart/2005/8/colors/colorful4" csCatId="colorful" phldr="1"/>
      <dgm:spPr/>
      <dgm:t>
        <a:bodyPr/>
        <a:lstStyle/>
        <a:p>
          <a:endParaRPr lang="tr-TR"/>
        </a:p>
      </dgm:t>
    </dgm:pt>
    <dgm:pt modelId="{E45B8B79-20CA-4E1F-9BA8-D30F544FC0EE}">
      <dgm:prSet phldrT="[Metin]" custT="1"/>
      <dgm:spPr/>
      <dgm:t>
        <a:bodyPr/>
        <a:lstStyle/>
        <a:p>
          <a:r>
            <a:rPr lang="tr-TR" sz="1600" b="1" dirty="0">
              <a:solidFill>
                <a:schemeClr val="tx1"/>
              </a:solidFill>
            </a:rPr>
            <a:t>okur</a:t>
          </a:r>
        </a:p>
      </dgm:t>
    </dgm:pt>
    <dgm:pt modelId="{8A04B7F6-9949-4FB6-BBEA-2FF73E83B507}" type="parTrans" cxnId="{BF7C259B-DEFD-4CFE-85C2-6C18C5B8736F}">
      <dgm:prSet/>
      <dgm:spPr/>
      <dgm:t>
        <a:bodyPr/>
        <a:lstStyle/>
        <a:p>
          <a:endParaRPr lang="tr-TR"/>
        </a:p>
      </dgm:t>
    </dgm:pt>
    <dgm:pt modelId="{24EFC0CE-7A91-4CA5-8288-0D622A320D70}" type="sibTrans" cxnId="{BF7C259B-DEFD-4CFE-85C2-6C18C5B8736F}">
      <dgm:prSet/>
      <dgm:spPr/>
      <dgm:t>
        <a:bodyPr/>
        <a:lstStyle/>
        <a:p>
          <a:endParaRPr lang="tr-TR"/>
        </a:p>
      </dgm:t>
    </dgm:pt>
    <dgm:pt modelId="{AA16F009-39C8-4DF7-8A83-DD8C74101C35}">
      <dgm:prSet phldrT="[Metin]" custT="1"/>
      <dgm:spPr/>
      <dgm:t>
        <a:bodyPr/>
        <a:lstStyle/>
        <a:p>
          <a:r>
            <a:rPr lang="tr-TR" sz="1600" b="1" dirty="0">
              <a:solidFill>
                <a:schemeClr val="tx1"/>
              </a:solidFill>
            </a:rPr>
            <a:t>amaç</a:t>
          </a:r>
        </a:p>
      </dgm:t>
    </dgm:pt>
    <dgm:pt modelId="{CD6F491E-D1D8-47C3-98AD-E1EF0B0D881D}" type="parTrans" cxnId="{DC041309-BFB9-474A-B265-C4A96285CDC2}">
      <dgm:prSet/>
      <dgm:spPr/>
      <dgm:t>
        <a:bodyPr/>
        <a:lstStyle/>
        <a:p>
          <a:endParaRPr lang="tr-TR"/>
        </a:p>
      </dgm:t>
    </dgm:pt>
    <dgm:pt modelId="{327BDA7F-AF38-4FFC-86CF-26082CA49B3B}" type="sibTrans" cxnId="{DC041309-BFB9-474A-B265-C4A96285CDC2}">
      <dgm:prSet/>
      <dgm:spPr/>
      <dgm:t>
        <a:bodyPr/>
        <a:lstStyle/>
        <a:p>
          <a:endParaRPr lang="tr-TR"/>
        </a:p>
      </dgm:t>
    </dgm:pt>
    <dgm:pt modelId="{99F025C3-F926-47E6-9BAA-C70908820294}">
      <dgm:prSet phldrT="[Metin]" custT="1"/>
      <dgm:spPr/>
      <dgm:t>
        <a:bodyPr/>
        <a:lstStyle/>
        <a:p>
          <a:r>
            <a:rPr lang="tr-TR" sz="1600" b="1" dirty="0">
              <a:solidFill>
                <a:schemeClr val="tx1"/>
              </a:solidFill>
            </a:rPr>
            <a:t>metin</a:t>
          </a:r>
        </a:p>
      </dgm:t>
    </dgm:pt>
    <dgm:pt modelId="{99B3D7AF-4120-40E7-804F-416A92AB5BBE}" type="parTrans" cxnId="{FDD23603-4953-4FF2-B208-C216390987A2}">
      <dgm:prSet/>
      <dgm:spPr/>
      <dgm:t>
        <a:bodyPr/>
        <a:lstStyle/>
        <a:p>
          <a:endParaRPr lang="tr-TR"/>
        </a:p>
      </dgm:t>
    </dgm:pt>
    <dgm:pt modelId="{C3DA6470-8E49-4290-8AEC-255CDA270DA4}" type="sibTrans" cxnId="{FDD23603-4953-4FF2-B208-C216390987A2}">
      <dgm:prSet/>
      <dgm:spPr/>
      <dgm:t>
        <a:bodyPr/>
        <a:lstStyle/>
        <a:p>
          <a:endParaRPr lang="tr-TR"/>
        </a:p>
      </dgm:t>
    </dgm:pt>
    <dgm:pt modelId="{DFC927FA-7397-470A-A573-DE6C2DCD241B}">
      <dgm:prSet phldrT="[Metin]"/>
      <dgm:spPr/>
      <dgm:t>
        <a:bodyPr/>
        <a:lstStyle/>
        <a:p>
          <a:r>
            <a:rPr lang="tr-TR" b="1" dirty="0">
              <a:solidFill>
                <a:schemeClr val="tx1"/>
              </a:solidFill>
            </a:rPr>
            <a:t>yazar</a:t>
          </a:r>
        </a:p>
      </dgm:t>
    </dgm:pt>
    <dgm:pt modelId="{6C58325E-3FC5-48B0-86B9-C1BC1C820ABF}" type="parTrans" cxnId="{07B66FFA-3121-476A-BC4D-5A9DF5F75E9C}">
      <dgm:prSet/>
      <dgm:spPr/>
      <dgm:t>
        <a:bodyPr/>
        <a:lstStyle/>
        <a:p>
          <a:endParaRPr lang="tr-TR"/>
        </a:p>
      </dgm:t>
    </dgm:pt>
    <dgm:pt modelId="{8C95F571-40AD-4B9D-89CA-D421B68CDEDB}" type="sibTrans" cxnId="{07B66FFA-3121-476A-BC4D-5A9DF5F75E9C}">
      <dgm:prSet/>
      <dgm:spPr/>
      <dgm:t>
        <a:bodyPr/>
        <a:lstStyle/>
        <a:p>
          <a:endParaRPr lang="tr-TR"/>
        </a:p>
      </dgm:t>
    </dgm:pt>
    <dgm:pt modelId="{4FDCB8B9-26D6-4FA0-81BD-554CAF9B1986}" type="pres">
      <dgm:prSet presAssocID="{E171646D-6985-4720-BEFF-A4B2C43DC58B}" presName="compositeShape" presStyleCnt="0">
        <dgm:presLayoutVars>
          <dgm:chMax val="9"/>
          <dgm:dir/>
          <dgm:resizeHandles val="exact"/>
        </dgm:presLayoutVars>
      </dgm:prSet>
      <dgm:spPr/>
      <dgm:t>
        <a:bodyPr/>
        <a:lstStyle/>
        <a:p>
          <a:endParaRPr lang="tr-TR"/>
        </a:p>
      </dgm:t>
    </dgm:pt>
    <dgm:pt modelId="{BB5AFBD6-E4BC-4829-B827-05AAFE823370}" type="pres">
      <dgm:prSet presAssocID="{E171646D-6985-4720-BEFF-A4B2C43DC58B}" presName="triangle1" presStyleLbl="node1" presStyleIdx="0" presStyleCnt="4">
        <dgm:presLayoutVars>
          <dgm:bulletEnabled val="1"/>
        </dgm:presLayoutVars>
      </dgm:prSet>
      <dgm:spPr/>
      <dgm:t>
        <a:bodyPr/>
        <a:lstStyle/>
        <a:p>
          <a:endParaRPr lang="tr-TR"/>
        </a:p>
      </dgm:t>
    </dgm:pt>
    <dgm:pt modelId="{EE14B2C1-751B-46A8-BB93-F42B7C7E8B9D}" type="pres">
      <dgm:prSet presAssocID="{E171646D-6985-4720-BEFF-A4B2C43DC58B}" presName="triangle2" presStyleLbl="node1" presStyleIdx="1" presStyleCnt="4">
        <dgm:presLayoutVars>
          <dgm:bulletEnabled val="1"/>
        </dgm:presLayoutVars>
      </dgm:prSet>
      <dgm:spPr/>
      <dgm:t>
        <a:bodyPr/>
        <a:lstStyle/>
        <a:p>
          <a:endParaRPr lang="tr-TR"/>
        </a:p>
      </dgm:t>
    </dgm:pt>
    <dgm:pt modelId="{7BBCC667-4404-473A-9536-8965A7749CF9}" type="pres">
      <dgm:prSet presAssocID="{E171646D-6985-4720-BEFF-A4B2C43DC58B}" presName="triangle3" presStyleLbl="node1" presStyleIdx="2" presStyleCnt="4">
        <dgm:presLayoutVars>
          <dgm:bulletEnabled val="1"/>
        </dgm:presLayoutVars>
      </dgm:prSet>
      <dgm:spPr/>
      <dgm:t>
        <a:bodyPr/>
        <a:lstStyle/>
        <a:p>
          <a:endParaRPr lang="tr-TR"/>
        </a:p>
      </dgm:t>
    </dgm:pt>
    <dgm:pt modelId="{3EA05F9B-A3C8-474A-ABD4-02A77F3CE092}" type="pres">
      <dgm:prSet presAssocID="{E171646D-6985-4720-BEFF-A4B2C43DC58B}" presName="triangle4" presStyleLbl="node1" presStyleIdx="3" presStyleCnt="4">
        <dgm:presLayoutVars>
          <dgm:bulletEnabled val="1"/>
        </dgm:presLayoutVars>
      </dgm:prSet>
      <dgm:spPr/>
      <dgm:t>
        <a:bodyPr/>
        <a:lstStyle/>
        <a:p>
          <a:endParaRPr lang="tr-TR"/>
        </a:p>
      </dgm:t>
    </dgm:pt>
  </dgm:ptLst>
  <dgm:cxnLst>
    <dgm:cxn modelId="{B6D9059C-DEF6-4D6A-8C03-DB72406F6EDB}" type="presOf" srcId="{AA16F009-39C8-4DF7-8A83-DD8C74101C35}" destId="{EE14B2C1-751B-46A8-BB93-F42B7C7E8B9D}" srcOrd="0" destOrd="0" presId="urn:microsoft.com/office/officeart/2005/8/layout/pyramid4"/>
    <dgm:cxn modelId="{BF7C259B-DEFD-4CFE-85C2-6C18C5B8736F}" srcId="{E171646D-6985-4720-BEFF-A4B2C43DC58B}" destId="{E45B8B79-20CA-4E1F-9BA8-D30F544FC0EE}" srcOrd="0" destOrd="0" parTransId="{8A04B7F6-9949-4FB6-BBEA-2FF73E83B507}" sibTransId="{24EFC0CE-7A91-4CA5-8288-0D622A320D70}"/>
    <dgm:cxn modelId="{FDD23603-4953-4FF2-B208-C216390987A2}" srcId="{E171646D-6985-4720-BEFF-A4B2C43DC58B}" destId="{99F025C3-F926-47E6-9BAA-C70908820294}" srcOrd="2" destOrd="0" parTransId="{99B3D7AF-4120-40E7-804F-416A92AB5BBE}" sibTransId="{C3DA6470-8E49-4290-8AEC-255CDA270DA4}"/>
    <dgm:cxn modelId="{619AF2DE-513D-416D-9AE2-EEBB987EF725}" type="presOf" srcId="{E45B8B79-20CA-4E1F-9BA8-D30F544FC0EE}" destId="{BB5AFBD6-E4BC-4829-B827-05AAFE823370}" srcOrd="0" destOrd="0" presId="urn:microsoft.com/office/officeart/2005/8/layout/pyramid4"/>
    <dgm:cxn modelId="{DC041309-BFB9-474A-B265-C4A96285CDC2}" srcId="{E171646D-6985-4720-BEFF-A4B2C43DC58B}" destId="{AA16F009-39C8-4DF7-8A83-DD8C74101C35}" srcOrd="1" destOrd="0" parTransId="{CD6F491E-D1D8-47C3-98AD-E1EF0B0D881D}" sibTransId="{327BDA7F-AF38-4FFC-86CF-26082CA49B3B}"/>
    <dgm:cxn modelId="{E295A6D9-5C33-46E0-B513-E5F21B590C4E}" type="presOf" srcId="{99F025C3-F926-47E6-9BAA-C70908820294}" destId="{7BBCC667-4404-473A-9536-8965A7749CF9}" srcOrd="0" destOrd="0" presId="urn:microsoft.com/office/officeart/2005/8/layout/pyramid4"/>
    <dgm:cxn modelId="{07B66FFA-3121-476A-BC4D-5A9DF5F75E9C}" srcId="{E171646D-6985-4720-BEFF-A4B2C43DC58B}" destId="{DFC927FA-7397-470A-A573-DE6C2DCD241B}" srcOrd="3" destOrd="0" parTransId="{6C58325E-3FC5-48B0-86B9-C1BC1C820ABF}" sibTransId="{8C95F571-40AD-4B9D-89CA-D421B68CDEDB}"/>
    <dgm:cxn modelId="{CEA55424-D074-47FC-A72C-DE85027EB51F}" type="presOf" srcId="{DFC927FA-7397-470A-A573-DE6C2DCD241B}" destId="{3EA05F9B-A3C8-474A-ABD4-02A77F3CE092}" srcOrd="0" destOrd="0" presId="urn:microsoft.com/office/officeart/2005/8/layout/pyramid4"/>
    <dgm:cxn modelId="{FBC22637-BAF8-4F11-9608-58646878075B}" type="presOf" srcId="{E171646D-6985-4720-BEFF-A4B2C43DC58B}" destId="{4FDCB8B9-26D6-4FA0-81BD-554CAF9B1986}" srcOrd="0" destOrd="0" presId="urn:microsoft.com/office/officeart/2005/8/layout/pyramid4"/>
    <dgm:cxn modelId="{1ABB0D21-874D-43CB-8DE5-665FD0BAAFB6}" type="presParOf" srcId="{4FDCB8B9-26D6-4FA0-81BD-554CAF9B1986}" destId="{BB5AFBD6-E4BC-4829-B827-05AAFE823370}" srcOrd="0" destOrd="0" presId="urn:microsoft.com/office/officeart/2005/8/layout/pyramid4"/>
    <dgm:cxn modelId="{44FD0304-5A31-4586-B970-B2E089B6DCDB}" type="presParOf" srcId="{4FDCB8B9-26D6-4FA0-81BD-554CAF9B1986}" destId="{EE14B2C1-751B-46A8-BB93-F42B7C7E8B9D}" srcOrd="1" destOrd="0" presId="urn:microsoft.com/office/officeart/2005/8/layout/pyramid4"/>
    <dgm:cxn modelId="{B83C50CF-3D5C-4D88-AE7C-7F161334C390}" type="presParOf" srcId="{4FDCB8B9-26D6-4FA0-81BD-554CAF9B1986}" destId="{7BBCC667-4404-473A-9536-8965A7749CF9}" srcOrd="2" destOrd="0" presId="urn:microsoft.com/office/officeart/2005/8/layout/pyramid4"/>
    <dgm:cxn modelId="{EBAD5EC5-A632-4C05-958E-F98A2028DCE5}" type="presParOf" srcId="{4FDCB8B9-26D6-4FA0-81BD-554CAF9B1986}" destId="{3EA05F9B-A3C8-474A-ABD4-02A77F3CE092}" srcOrd="3" destOrd="0" presId="urn:microsoft.com/office/officeart/2005/8/layout/pyramid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BD260E-4993-4145-AF1A-73503D005384}" type="doc">
      <dgm:prSet loTypeId="urn:microsoft.com/office/officeart/2005/8/layout/hList1" loCatId="list" qsTypeId="urn:microsoft.com/office/officeart/2005/8/quickstyle/simple3" qsCatId="simple" csTypeId="urn:microsoft.com/office/officeart/2005/8/colors/colorful4" csCatId="colorful" phldr="1"/>
      <dgm:spPr/>
      <dgm:t>
        <a:bodyPr/>
        <a:lstStyle/>
        <a:p>
          <a:endParaRPr lang="tr-TR"/>
        </a:p>
      </dgm:t>
    </dgm:pt>
    <dgm:pt modelId="{D0B1629C-3037-4D2E-B7D4-E5D58963F41B}">
      <dgm:prSet phldrT="[Metin]" custT="1"/>
      <dgm:spPr/>
      <dgm:t>
        <a:bodyPr/>
        <a:lstStyle/>
        <a:p>
          <a:pPr algn="ctr"/>
          <a:r>
            <a:rPr lang="tr-TR" sz="1400" b="1" dirty="0">
              <a:latin typeface="Times New Roman" pitchFamily="18" charset="0"/>
              <a:cs typeface="Times New Roman" pitchFamily="18" charset="0"/>
            </a:rPr>
            <a:t>Nerede okuruz?</a:t>
          </a:r>
        </a:p>
      </dgm:t>
    </dgm:pt>
    <dgm:pt modelId="{8684B795-D3FA-4896-8C34-B78E675EC430}" type="parTrans" cxnId="{3570C056-C354-4BC6-966E-9BA6D1E81FEC}">
      <dgm:prSet/>
      <dgm:spPr/>
      <dgm:t>
        <a:bodyPr/>
        <a:lstStyle/>
        <a:p>
          <a:endParaRPr lang="tr-TR"/>
        </a:p>
      </dgm:t>
    </dgm:pt>
    <dgm:pt modelId="{E881E43C-C723-48A1-8F28-B76219C0703D}" type="sibTrans" cxnId="{3570C056-C354-4BC6-966E-9BA6D1E81FEC}">
      <dgm:prSet/>
      <dgm:spPr/>
      <dgm:t>
        <a:bodyPr/>
        <a:lstStyle/>
        <a:p>
          <a:endParaRPr lang="tr-TR"/>
        </a:p>
      </dgm:t>
    </dgm:pt>
    <dgm:pt modelId="{FAFAEB5F-954D-4E5D-94B7-49815C13B44A}">
      <dgm:prSet phldrT="[Metin]" custT="1"/>
      <dgm:spPr/>
      <dgm:t>
        <a:bodyPr/>
        <a:lstStyle/>
        <a:p>
          <a:r>
            <a:rPr lang="tr-TR" sz="1400" dirty="0">
              <a:latin typeface="Times New Roman" pitchFamily="18" charset="0"/>
              <a:cs typeface="Times New Roman" pitchFamily="18" charset="0"/>
            </a:rPr>
            <a:t>Evde</a:t>
          </a:r>
        </a:p>
      </dgm:t>
    </dgm:pt>
    <dgm:pt modelId="{39CF0DBD-8D6E-489A-ADE1-CEB5E4D8FB02}" type="parTrans" cxnId="{B559A66B-CABB-403C-899D-C49A9462EDDD}">
      <dgm:prSet/>
      <dgm:spPr/>
      <dgm:t>
        <a:bodyPr/>
        <a:lstStyle/>
        <a:p>
          <a:endParaRPr lang="tr-TR"/>
        </a:p>
      </dgm:t>
    </dgm:pt>
    <dgm:pt modelId="{EACBFBCC-CAC9-4F51-8699-3688C8CAD59A}" type="sibTrans" cxnId="{B559A66B-CABB-403C-899D-C49A9462EDDD}">
      <dgm:prSet/>
      <dgm:spPr/>
      <dgm:t>
        <a:bodyPr/>
        <a:lstStyle/>
        <a:p>
          <a:endParaRPr lang="tr-TR"/>
        </a:p>
      </dgm:t>
    </dgm:pt>
    <dgm:pt modelId="{85BF9231-4D2F-450E-9DDD-435C7A997B8C}">
      <dgm:prSet phldrT="[Metin]" custT="1"/>
      <dgm:spPr/>
      <dgm:t>
        <a:bodyPr/>
        <a:lstStyle/>
        <a:p>
          <a:pPr algn="ctr"/>
          <a:r>
            <a:rPr lang="tr-TR" sz="1400" b="1" dirty="0">
              <a:latin typeface="Times New Roman" pitchFamily="18" charset="0"/>
              <a:cs typeface="Times New Roman" pitchFamily="18" charset="0"/>
            </a:rPr>
            <a:t>Ne zaman okuruz?</a:t>
          </a:r>
        </a:p>
      </dgm:t>
    </dgm:pt>
    <dgm:pt modelId="{6B639FE9-E669-4B39-A423-D0D734BC1822}" type="parTrans" cxnId="{48C0E5EB-E38C-4272-B34C-6B45DCC91C31}">
      <dgm:prSet/>
      <dgm:spPr/>
      <dgm:t>
        <a:bodyPr/>
        <a:lstStyle/>
        <a:p>
          <a:endParaRPr lang="tr-TR"/>
        </a:p>
      </dgm:t>
    </dgm:pt>
    <dgm:pt modelId="{5C869F1D-7C33-4E8F-AFB7-B2D962F27022}" type="sibTrans" cxnId="{48C0E5EB-E38C-4272-B34C-6B45DCC91C31}">
      <dgm:prSet/>
      <dgm:spPr/>
      <dgm:t>
        <a:bodyPr/>
        <a:lstStyle/>
        <a:p>
          <a:endParaRPr lang="tr-TR"/>
        </a:p>
      </dgm:t>
    </dgm:pt>
    <dgm:pt modelId="{B7A43350-3DA7-4987-AE73-A4F8AE583126}">
      <dgm:prSet phldrT="[Metin]" custT="1"/>
      <dgm:spPr/>
      <dgm:t>
        <a:bodyPr/>
        <a:lstStyle/>
        <a:p>
          <a:r>
            <a:rPr lang="tr-TR" sz="1400" b="1" dirty="0">
              <a:latin typeface="Times New Roman" pitchFamily="18" charset="0"/>
              <a:cs typeface="Times New Roman" pitchFamily="18" charset="0"/>
            </a:rPr>
            <a:t>Niçin okuruz?</a:t>
          </a:r>
        </a:p>
      </dgm:t>
    </dgm:pt>
    <dgm:pt modelId="{4FEE88A9-F300-4448-A505-E2334C0A02E6}" type="parTrans" cxnId="{65183892-5622-4324-B984-7EEE069085EF}">
      <dgm:prSet/>
      <dgm:spPr/>
      <dgm:t>
        <a:bodyPr/>
        <a:lstStyle/>
        <a:p>
          <a:endParaRPr lang="tr-TR"/>
        </a:p>
      </dgm:t>
    </dgm:pt>
    <dgm:pt modelId="{B1666A0E-5D2A-4363-8496-17910E4198E8}" type="sibTrans" cxnId="{65183892-5622-4324-B984-7EEE069085EF}">
      <dgm:prSet/>
      <dgm:spPr/>
      <dgm:t>
        <a:bodyPr/>
        <a:lstStyle/>
        <a:p>
          <a:endParaRPr lang="tr-TR"/>
        </a:p>
      </dgm:t>
    </dgm:pt>
    <dgm:pt modelId="{E6115D70-B93B-4BC1-A71B-10F57816530F}">
      <dgm:prSet phldrT="[Metin]" custT="1"/>
      <dgm:spPr/>
      <dgm:t>
        <a:bodyPr/>
        <a:lstStyle/>
        <a:p>
          <a:r>
            <a:rPr lang="tr-TR" sz="1400" dirty="0">
              <a:latin typeface="Times New Roman" pitchFamily="18" charset="0"/>
              <a:cs typeface="Times New Roman" pitchFamily="18" charset="0"/>
            </a:rPr>
            <a:t>Okulda</a:t>
          </a:r>
        </a:p>
      </dgm:t>
    </dgm:pt>
    <dgm:pt modelId="{52D69C9E-4E8E-46DA-826E-752EA7D1399B}" type="parTrans" cxnId="{399B5944-C5D0-406A-AE53-AD1609BC8EBA}">
      <dgm:prSet/>
      <dgm:spPr/>
      <dgm:t>
        <a:bodyPr/>
        <a:lstStyle/>
        <a:p>
          <a:endParaRPr lang="tr-TR"/>
        </a:p>
      </dgm:t>
    </dgm:pt>
    <dgm:pt modelId="{6F11D24D-90DB-40FC-A792-395B1FAE92F0}" type="sibTrans" cxnId="{399B5944-C5D0-406A-AE53-AD1609BC8EBA}">
      <dgm:prSet/>
      <dgm:spPr/>
      <dgm:t>
        <a:bodyPr/>
        <a:lstStyle/>
        <a:p>
          <a:endParaRPr lang="tr-TR"/>
        </a:p>
      </dgm:t>
    </dgm:pt>
    <dgm:pt modelId="{49B28BF5-BD23-4A9A-822C-C490FDBCBA11}">
      <dgm:prSet phldrT="[Metin]" custT="1"/>
      <dgm:spPr/>
      <dgm:t>
        <a:bodyPr/>
        <a:lstStyle/>
        <a:p>
          <a:r>
            <a:rPr lang="tr-TR" sz="1400" dirty="0">
              <a:latin typeface="Times New Roman" pitchFamily="18" charset="0"/>
              <a:cs typeface="Times New Roman" pitchFamily="18" charset="0"/>
            </a:rPr>
            <a:t>Kütüphanede</a:t>
          </a:r>
        </a:p>
      </dgm:t>
    </dgm:pt>
    <dgm:pt modelId="{B2B19451-60F2-4B40-B820-6F340D757933}" type="parTrans" cxnId="{1C5CFDF8-640C-4502-988B-D8518ED0C555}">
      <dgm:prSet/>
      <dgm:spPr/>
      <dgm:t>
        <a:bodyPr/>
        <a:lstStyle/>
        <a:p>
          <a:endParaRPr lang="tr-TR"/>
        </a:p>
      </dgm:t>
    </dgm:pt>
    <dgm:pt modelId="{140CE0C6-93BF-44DB-A87E-67CC9093B651}" type="sibTrans" cxnId="{1C5CFDF8-640C-4502-988B-D8518ED0C555}">
      <dgm:prSet/>
      <dgm:spPr/>
      <dgm:t>
        <a:bodyPr/>
        <a:lstStyle/>
        <a:p>
          <a:endParaRPr lang="tr-TR"/>
        </a:p>
      </dgm:t>
    </dgm:pt>
    <dgm:pt modelId="{73DBC84E-943B-4B00-96AF-85A8D7367E98}">
      <dgm:prSet phldrT="[Metin]" custT="1"/>
      <dgm:spPr/>
      <dgm:t>
        <a:bodyPr/>
        <a:lstStyle/>
        <a:p>
          <a:r>
            <a:rPr lang="tr-TR" sz="1400" dirty="0">
              <a:latin typeface="Times New Roman" pitchFamily="18" charset="0"/>
              <a:cs typeface="Times New Roman" pitchFamily="18" charset="0"/>
            </a:rPr>
            <a:t>Parkta</a:t>
          </a:r>
        </a:p>
      </dgm:t>
    </dgm:pt>
    <dgm:pt modelId="{A7AF990E-3594-4FEE-A4F2-D1B15BAAF861}" type="parTrans" cxnId="{F10CDE13-E4A8-4C73-85AD-3175A064E1AE}">
      <dgm:prSet/>
      <dgm:spPr/>
      <dgm:t>
        <a:bodyPr/>
        <a:lstStyle/>
        <a:p>
          <a:endParaRPr lang="tr-TR"/>
        </a:p>
      </dgm:t>
    </dgm:pt>
    <dgm:pt modelId="{0FA4C210-C9A1-4F2C-9CD4-EE95B76D13A6}" type="sibTrans" cxnId="{F10CDE13-E4A8-4C73-85AD-3175A064E1AE}">
      <dgm:prSet/>
      <dgm:spPr/>
      <dgm:t>
        <a:bodyPr/>
        <a:lstStyle/>
        <a:p>
          <a:endParaRPr lang="tr-TR"/>
        </a:p>
      </dgm:t>
    </dgm:pt>
    <dgm:pt modelId="{DB26DF16-B1DF-48C6-9083-3D4385896C7A}">
      <dgm:prSet phldrT="[Metin]" custT="1"/>
      <dgm:spPr/>
      <dgm:t>
        <a:bodyPr/>
        <a:lstStyle/>
        <a:p>
          <a:r>
            <a:rPr lang="tr-TR" sz="1400" dirty="0">
              <a:latin typeface="Times New Roman" pitchFamily="18" charset="0"/>
              <a:cs typeface="Times New Roman" pitchFamily="18" charset="0"/>
            </a:rPr>
            <a:t>Trende</a:t>
          </a:r>
        </a:p>
      </dgm:t>
    </dgm:pt>
    <dgm:pt modelId="{712FBBFC-5866-4E6A-BA39-529EF960FC61}" type="parTrans" cxnId="{069AACED-1853-4FA2-BB6F-6A6DF4BF6AE8}">
      <dgm:prSet/>
      <dgm:spPr/>
      <dgm:t>
        <a:bodyPr/>
        <a:lstStyle/>
        <a:p>
          <a:endParaRPr lang="tr-TR"/>
        </a:p>
      </dgm:t>
    </dgm:pt>
    <dgm:pt modelId="{5E705589-AACD-4270-AC29-5CDAF9658991}" type="sibTrans" cxnId="{069AACED-1853-4FA2-BB6F-6A6DF4BF6AE8}">
      <dgm:prSet/>
      <dgm:spPr/>
      <dgm:t>
        <a:bodyPr/>
        <a:lstStyle/>
        <a:p>
          <a:endParaRPr lang="tr-TR"/>
        </a:p>
      </dgm:t>
    </dgm:pt>
    <dgm:pt modelId="{D37DF988-2FC5-4E95-B69D-14075C2D1406}">
      <dgm:prSet phldrT="[Metin]" custT="1"/>
      <dgm:spPr/>
      <dgm:t>
        <a:bodyPr/>
        <a:lstStyle/>
        <a:p>
          <a:r>
            <a:rPr lang="tr-TR" sz="1400" dirty="0">
              <a:latin typeface="Times New Roman" pitchFamily="18" charset="0"/>
              <a:cs typeface="Times New Roman" pitchFamily="18" charset="0"/>
            </a:rPr>
            <a:t>Metroda</a:t>
          </a:r>
        </a:p>
      </dgm:t>
    </dgm:pt>
    <dgm:pt modelId="{87596DB6-A722-4EE3-9C73-17D28A3796BC}" type="parTrans" cxnId="{90DB0F5F-77B8-44F1-879F-0BF7C1DD55CB}">
      <dgm:prSet/>
      <dgm:spPr/>
      <dgm:t>
        <a:bodyPr/>
        <a:lstStyle/>
        <a:p>
          <a:endParaRPr lang="tr-TR"/>
        </a:p>
      </dgm:t>
    </dgm:pt>
    <dgm:pt modelId="{A777BE9D-3D10-4BDD-97B5-DCA0B96AE203}" type="sibTrans" cxnId="{90DB0F5F-77B8-44F1-879F-0BF7C1DD55CB}">
      <dgm:prSet/>
      <dgm:spPr/>
      <dgm:t>
        <a:bodyPr/>
        <a:lstStyle/>
        <a:p>
          <a:endParaRPr lang="tr-TR"/>
        </a:p>
      </dgm:t>
    </dgm:pt>
    <dgm:pt modelId="{ED2FA642-D501-41AA-ADF3-69321B894CF1}">
      <dgm:prSet phldrT="[Metin]" custT="1"/>
      <dgm:spPr/>
      <dgm:t>
        <a:bodyPr/>
        <a:lstStyle/>
        <a:p>
          <a:r>
            <a:rPr lang="tr-TR" sz="1400" dirty="0">
              <a:latin typeface="Times New Roman" pitchFamily="18" charset="0"/>
              <a:cs typeface="Times New Roman" pitchFamily="18" charset="0"/>
            </a:rPr>
            <a:t>Odada</a:t>
          </a:r>
        </a:p>
      </dgm:t>
    </dgm:pt>
    <dgm:pt modelId="{786BEF7C-DFB5-4C78-A781-029F5BAD950B}" type="parTrans" cxnId="{C11112FA-24D1-4CD1-A8A2-70630C4B41B8}">
      <dgm:prSet/>
      <dgm:spPr/>
      <dgm:t>
        <a:bodyPr/>
        <a:lstStyle/>
        <a:p>
          <a:endParaRPr lang="tr-TR"/>
        </a:p>
      </dgm:t>
    </dgm:pt>
    <dgm:pt modelId="{BBC69C40-7743-4DC8-9018-5716CD10F79F}" type="sibTrans" cxnId="{C11112FA-24D1-4CD1-A8A2-70630C4B41B8}">
      <dgm:prSet/>
      <dgm:spPr/>
      <dgm:t>
        <a:bodyPr/>
        <a:lstStyle/>
        <a:p>
          <a:endParaRPr lang="tr-TR"/>
        </a:p>
      </dgm:t>
    </dgm:pt>
    <dgm:pt modelId="{9203E455-B66E-4365-AB82-0082FCF2FFD6}">
      <dgm:prSet phldrT="[Metin]" custT="1"/>
      <dgm:spPr/>
      <dgm:t>
        <a:bodyPr/>
        <a:lstStyle/>
        <a:p>
          <a:r>
            <a:rPr lang="tr-TR" sz="1400" dirty="0">
              <a:latin typeface="Times New Roman" pitchFamily="18" charset="0"/>
              <a:cs typeface="Times New Roman" pitchFamily="18" charset="0"/>
            </a:rPr>
            <a:t>Masada</a:t>
          </a:r>
        </a:p>
      </dgm:t>
    </dgm:pt>
    <dgm:pt modelId="{E80B0099-86B9-443F-BFC2-3FF98E51FA82}" type="parTrans" cxnId="{B1CCECCD-B31E-4D88-8090-C88D75987355}">
      <dgm:prSet/>
      <dgm:spPr/>
      <dgm:t>
        <a:bodyPr/>
        <a:lstStyle/>
        <a:p>
          <a:endParaRPr lang="tr-TR"/>
        </a:p>
      </dgm:t>
    </dgm:pt>
    <dgm:pt modelId="{B78363F6-B664-4682-AE7B-4A6601924E09}" type="sibTrans" cxnId="{B1CCECCD-B31E-4D88-8090-C88D75987355}">
      <dgm:prSet/>
      <dgm:spPr/>
      <dgm:t>
        <a:bodyPr/>
        <a:lstStyle/>
        <a:p>
          <a:endParaRPr lang="tr-TR"/>
        </a:p>
      </dgm:t>
    </dgm:pt>
    <dgm:pt modelId="{E5AED922-138C-4D89-ABAA-6BF0D8512046}">
      <dgm:prSet phldrT="[Metin]" custT="1"/>
      <dgm:spPr/>
      <dgm:t>
        <a:bodyPr/>
        <a:lstStyle/>
        <a:p>
          <a:r>
            <a:rPr lang="tr-TR" sz="1400" dirty="0">
              <a:latin typeface="Times New Roman" pitchFamily="18" charset="0"/>
              <a:cs typeface="Times New Roman" pitchFamily="18" charset="0"/>
            </a:rPr>
            <a:t>Yurtta</a:t>
          </a:r>
        </a:p>
      </dgm:t>
    </dgm:pt>
    <dgm:pt modelId="{7F203483-E150-4756-B291-C9D1582F79C5}" type="parTrans" cxnId="{EFA2EA12-76BC-4A77-B944-304B17F6E4FB}">
      <dgm:prSet/>
      <dgm:spPr/>
      <dgm:t>
        <a:bodyPr/>
        <a:lstStyle/>
        <a:p>
          <a:endParaRPr lang="tr-TR"/>
        </a:p>
      </dgm:t>
    </dgm:pt>
    <dgm:pt modelId="{DD564DD8-D248-48E1-9AB4-FE35FF4582B0}" type="sibTrans" cxnId="{EFA2EA12-76BC-4A77-B944-304B17F6E4FB}">
      <dgm:prSet/>
      <dgm:spPr/>
      <dgm:t>
        <a:bodyPr/>
        <a:lstStyle/>
        <a:p>
          <a:endParaRPr lang="tr-TR"/>
        </a:p>
      </dgm:t>
    </dgm:pt>
    <dgm:pt modelId="{3370E810-87E7-4605-B58C-CBE9FCF2567D}">
      <dgm:prSet phldrT="[Metin]" custT="1"/>
      <dgm:spPr/>
      <dgm:t>
        <a:bodyPr/>
        <a:lstStyle/>
        <a:p>
          <a:r>
            <a:rPr lang="tr-TR" sz="1400" dirty="0">
              <a:latin typeface="Times New Roman" pitchFamily="18" charset="0"/>
              <a:cs typeface="Times New Roman" pitchFamily="18" charset="0"/>
            </a:rPr>
            <a:t>Tatilde </a:t>
          </a:r>
        </a:p>
      </dgm:t>
    </dgm:pt>
    <dgm:pt modelId="{CAC35021-AF0F-4931-889E-17EECB41114C}" type="parTrans" cxnId="{2616BB55-0AD6-4897-804F-A6F474C071E5}">
      <dgm:prSet/>
      <dgm:spPr/>
      <dgm:t>
        <a:bodyPr/>
        <a:lstStyle/>
        <a:p>
          <a:endParaRPr lang="tr-TR"/>
        </a:p>
      </dgm:t>
    </dgm:pt>
    <dgm:pt modelId="{749C59EB-B67F-4749-AC48-A0E1F8EC485A}" type="sibTrans" cxnId="{2616BB55-0AD6-4897-804F-A6F474C071E5}">
      <dgm:prSet/>
      <dgm:spPr/>
      <dgm:t>
        <a:bodyPr/>
        <a:lstStyle/>
        <a:p>
          <a:endParaRPr lang="tr-TR"/>
        </a:p>
      </dgm:t>
    </dgm:pt>
    <dgm:pt modelId="{B4F1EAE4-057D-4F9B-96C2-8B7EC5B46A66}">
      <dgm:prSet phldrT="[Metin]" custT="1"/>
      <dgm:spPr/>
      <dgm:t>
        <a:bodyPr/>
        <a:lstStyle/>
        <a:p>
          <a:r>
            <a:rPr lang="tr-TR" sz="1400">
              <a:latin typeface="Times New Roman" pitchFamily="18" charset="0"/>
              <a:cs typeface="Times New Roman" pitchFamily="18" charset="0"/>
            </a:rPr>
            <a:t>Akşam</a:t>
          </a:r>
        </a:p>
      </dgm:t>
    </dgm:pt>
    <dgm:pt modelId="{338513F9-52BB-43E3-BEAC-46AF7C3A4431}" type="parTrans" cxnId="{76CAEB56-5035-41B2-AA0F-A0B8B077AD12}">
      <dgm:prSet/>
      <dgm:spPr/>
      <dgm:t>
        <a:bodyPr/>
        <a:lstStyle/>
        <a:p>
          <a:endParaRPr lang="tr-TR"/>
        </a:p>
      </dgm:t>
    </dgm:pt>
    <dgm:pt modelId="{49A196F0-9841-4096-B6A4-9ADAE84CA2BC}" type="sibTrans" cxnId="{76CAEB56-5035-41B2-AA0F-A0B8B077AD12}">
      <dgm:prSet/>
      <dgm:spPr/>
      <dgm:t>
        <a:bodyPr/>
        <a:lstStyle/>
        <a:p>
          <a:endParaRPr lang="tr-TR"/>
        </a:p>
      </dgm:t>
    </dgm:pt>
    <dgm:pt modelId="{FF7D3AF1-6B2C-4630-B4EB-4BC55CD57EB8}">
      <dgm:prSet phldrT="[Metin]" custT="1"/>
      <dgm:spPr/>
      <dgm:t>
        <a:bodyPr/>
        <a:lstStyle/>
        <a:p>
          <a:r>
            <a:rPr lang="tr-TR" sz="1400" dirty="0">
              <a:latin typeface="Times New Roman" pitchFamily="18" charset="0"/>
              <a:cs typeface="Times New Roman" pitchFamily="18" charset="0"/>
            </a:rPr>
            <a:t>Öğlen</a:t>
          </a:r>
        </a:p>
      </dgm:t>
    </dgm:pt>
    <dgm:pt modelId="{83A05185-528A-4C2F-92A1-9C49655387BD}" type="parTrans" cxnId="{EFE7BDD7-C470-42D0-A325-E4BB1C83377A}">
      <dgm:prSet/>
      <dgm:spPr/>
      <dgm:t>
        <a:bodyPr/>
        <a:lstStyle/>
        <a:p>
          <a:endParaRPr lang="tr-TR"/>
        </a:p>
      </dgm:t>
    </dgm:pt>
    <dgm:pt modelId="{48C60389-3A0F-4573-B43E-6FC590AA2442}" type="sibTrans" cxnId="{EFE7BDD7-C470-42D0-A325-E4BB1C83377A}">
      <dgm:prSet/>
      <dgm:spPr/>
      <dgm:t>
        <a:bodyPr/>
        <a:lstStyle/>
        <a:p>
          <a:endParaRPr lang="tr-TR"/>
        </a:p>
      </dgm:t>
    </dgm:pt>
    <dgm:pt modelId="{79527220-18B3-4676-9742-A22E934B7F0C}">
      <dgm:prSet phldrT="[Metin]" custT="1"/>
      <dgm:spPr/>
      <dgm:t>
        <a:bodyPr/>
        <a:lstStyle/>
        <a:p>
          <a:r>
            <a:rPr lang="tr-TR" sz="1400" dirty="0">
              <a:latin typeface="Times New Roman" pitchFamily="18" charset="0"/>
              <a:cs typeface="Times New Roman" pitchFamily="18" charset="0"/>
            </a:rPr>
            <a:t>Pazar gibi </a:t>
          </a:r>
        </a:p>
      </dgm:t>
    </dgm:pt>
    <dgm:pt modelId="{3818B8AE-CEB6-4124-9B45-ABDCE496F8FF}" type="parTrans" cxnId="{4C010F81-5332-4A96-B37B-899B3130F6BB}">
      <dgm:prSet/>
      <dgm:spPr/>
      <dgm:t>
        <a:bodyPr/>
        <a:lstStyle/>
        <a:p>
          <a:endParaRPr lang="tr-TR"/>
        </a:p>
      </dgm:t>
    </dgm:pt>
    <dgm:pt modelId="{C1723536-348E-452F-B7EB-420D92EC1382}" type="sibTrans" cxnId="{4C010F81-5332-4A96-B37B-899B3130F6BB}">
      <dgm:prSet/>
      <dgm:spPr/>
      <dgm:t>
        <a:bodyPr/>
        <a:lstStyle/>
        <a:p>
          <a:endParaRPr lang="tr-TR"/>
        </a:p>
      </dgm:t>
    </dgm:pt>
    <dgm:pt modelId="{6A64C22D-BE8D-4665-A190-A8146253F81D}">
      <dgm:prSet phldrT="[Metin]" custT="1"/>
      <dgm:spPr/>
      <dgm:t>
        <a:bodyPr/>
        <a:lstStyle/>
        <a:p>
          <a:r>
            <a:rPr lang="tr-TR" sz="1400" dirty="0">
              <a:latin typeface="Times New Roman" pitchFamily="18" charset="0"/>
              <a:cs typeface="Times New Roman" pitchFamily="18" charset="0"/>
            </a:rPr>
            <a:t>Yemekten önce</a:t>
          </a:r>
        </a:p>
      </dgm:t>
    </dgm:pt>
    <dgm:pt modelId="{D9B31D48-8A8E-47F3-9956-9718CC35A49F}" type="parTrans" cxnId="{5A8D39E1-4A43-441E-9FC0-0AA28635A591}">
      <dgm:prSet/>
      <dgm:spPr/>
      <dgm:t>
        <a:bodyPr/>
        <a:lstStyle/>
        <a:p>
          <a:endParaRPr lang="tr-TR"/>
        </a:p>
      </dgm:t>
    </dgm:pt>
    <dgm:pt modelId="{78F90337-F7AC-4094-BC7F-0B7313F7F42D}" type="sibTrans" cxnId="{5A8D39E1-4A43-441E-9FC0-0AA28635A591}">
      <dgm:prSet/>
      <dgm:spPr/>
      <dgm:t>
        <a:bodyPr/>
        <a:lstStyle/>
        <a:p>
          <a:endParaRPr lang="tr-TR"/>
        </a:p>
      </dgm:t>
    </dgm:pt>
    <dgm:pt modelId="{C8B90118-9B68-40CE-B543-EC423064EF0C}">
      <dgm:prSet phldrT="[Metin]" custT="1"/>
      <dgm:spPr/>
      <dgm:t>
        <a:bodyPr/>
        <a:lstStyle/>
        <a:p>
          <a:r>
            <a:rPr lang="tr-TR" sz="1400" dirty="0">
              <a:latin typeface="Times New Roman" pitchFamily="18" charset="0"/>
              <a:cs typeface="Times New Roman" pitchFamily="18" charset="0"/>
            </a:rPr>
            <a:t>Yemekten sonra</a:t>
          </a:r>
        </a:p>
      </dgm:t>
    </dgm:pt>
    <dgm:pt modelId="{32F58450-1467-4F44-8A2A-81C9A4BE09C6}" type="parTrans" cxnId="{B2EAB007-2C73-4F8B-BF57-AA1BE8214BE0}">
      <dgm:prSet/>
      <dgm:spPr/>
      <dgm:t>
        <a:bodyPr/>
        <a:lstStyle/>
        <a:p>
          <a:endParaRPr lang="tr-TR"/>
        </a:p>
      </dgm:t>
    </dgm:pt>
    <dgm:pt modelId="{BA207007-048F-4CCA-850F-617403F258A9}" type="sibTrans" cxnId="{B2EAB007-2C73-4F8B-BF57-AA1BE8214BE0}">
      <dgm:prSet/>
      <dgm:spPr/>
      <dgm:t>
        <a:bodyPr/>
        <a:lstStyle/>
        <a:p>
          <a:endParaRPr lang="tr-TR"/>
        </a:p>
      </dgm:t>
    </dgm:pt>
    <dgm:pt modelId="{E85C6F98-277A-467A-8A8E-C52FFFDA1EFB}">
      <dgm:prSet phldrT="[Metin]" custT="1"/>
      <dgm:spPr/>
      <dgm:t>
        <a:bodyPr/>
        <a:lstStyle/>
        <a:p>
          <a:r>
            <a:rPr lang="tr-TR" sz="1400" dirty="0">
              <a:latin typeface="Times New Roman" pitchFamily="18" charset="0"/>
              <a:cs typeface="Times New Roman" pitchFamily="18" charset="0"/>
            </a:rPr>
            <a:t>Fırsat buldukça</a:t>
          </a:r>
        </a:p>
      </dgm:t>
    </dgm:pt>
    <dgm:pt modelId="{49FEE51F-5611-4DFB-AAFE-38242E37BC09}" type="parTrans" cxnId="{1F9D7070-4745-47C1-B400-91605921E7E3}">
      <dgm:prSet/>
      <dgm:spPr/>
      <dgm:t>
        <a:bodyPr/>
        <a:lstStyle/>
        <a:p>
          <a:endParaRPr lang="tr-TR"/>
        </a:p>
      </dgm:t>
    </dgm:pt>
    <dgm:pt modelId="{8B5BE124-7349-4B07-AC22-EDF6DEA2E55B}" type="sibTrans" cxnId="{1F9D7070-4745-47C1-B400-91605921E7E3}">
      <dgm:prSet/>
      <dgm:spPr/>
      <dgm:t>
        <a:bodyPr/>
        <a:lstStyle/>
        <a:p>
          <a:endParaRPr lang="tr-TR"/>
        </a:p>
      </dgm:t>
    </dgm:pt>
    <dgm:pt modelId="{81E2AFE5-9684-4774-A06F-4041C7AEFE31}">
      <dgm:prSet phldrT="[Metin]" custT="1"/>
      <dgm:spPr/>
      <dgm:t>
        <a:bodyPr/>
        <a:lstStyle/>
        <a:p>
          <a:r>
            <a:rPr lang="tr-TR" sz="1400" dirty="0">
              <a:latin typeface="Times New Roman" pitchFamily="18" charset="0"/>
              <a:cs typeface="Times New Roman" pitchFamily="18" charset="0"/>
            </a:rPr>
            <a:t>Sınavdan önce</a:t>
          </a:r>
        </a:p>
      </dgm:t>
    </dgm:pt>
    <dgm:pt modelId="{2811270F-2D97-4005-96E1-5A1031A11938}" type="parTrans" cxnId="{B7EBE14E-A47C-4D40-8D7D-1FB1CE0C05DB}">
      <dgm:prSet/>
      <dgm:spPr/>
      <dgm:t>
        <a:bodyPr/>
        <a:lstStyle/>
        <a:p>
          <a:endParaRPr lang="tr-TR"/>
        </a:p>
      </dgm:t>
    </dgm:pt>
    <dgm:pt modelId="{3DC0F8C6-FF7D-4C62-9256-1A8D524CB0A2}" type="sibTrans" cxnId="{B7EBE14E-A47C-4D40-8D7D-1FB1CE0C05DB}">
      <dgm:prSet/>
      <dgm:spPr/>
      <dgm:t>
        <a:bodyPr/>
        <a:lstStyle/>
        <a:p>
          <a:endParaRPr lang="tr-TR"/>
        </a:p>
      </dgm:t>
    </dgm:pt>
    <dgm:pt modelId="{A89EF653-A5E8-44D5-ACAD-02784F052C47}">
      <dgm:prSet phldrT="[Metin]" custT="1"/>
      <dgm:spPr/>
      <dgm:t>
        <a:bodyPr/>
        <a:lstStyle/>
        <a:p>
          <a:r>
            <a:rPr lang="tr-TR" sz="1400" dirty="0">
              <a:latin typeface="Times New Roman" pitchFamily="18" charset="0"/>
              <a:cs typeface="Times New Roman" pitchFamily="18" charset="0"/>
            </a:rPr>
            <a:t>Sunumdan önce</a:t>
          </a:r>
        </a:p>
      </dgm:t>
    </dgm:pt>
    <dgm:pt modelId="{5FB84373-B454-47AE-BD65-BA3C3C39F11C}" type="parTrans" cxnId="{4632D8D8-7EEA-4775-BF71-7B2A88B5403B}">
      <dgm:prSet/>
      <dgm:spPr/>
      <dgm:t>
        <a:bodyPr/>
        <a:lstStyle/>
        <a:p>
          <a:endParaRPr lang="tr-TR"/>
        </a:p>
      </dgm:t>
    </dgm:pt>
    <dgm:pt modelId="{2B8C3645-181F-4F13-88FF-C3796EF9D483}" type="sibTrans" cxnId="{4632D8D8-7EEA-4775-BF71-7B2A88B5403B}">
      <dgm:prSet/>
      <dgm:spPr/>
      <dgm:t>
        <a:bodyPr/>
        <a:lstStyle/>
        <a:p>
          <a:endParaRPr lang="tr-TR"/>
        </a:p>
      </dgm:t>
    </dgm:pt>
    <dgm:pt modelId="{34D248EB-13B7-4BC9-9489-1B822C3BC967}">
      <dgm:prSet phldrT="[Metin]" custT="1"/>
      <dgm:spPr/>
      <dgm:t>
        <a:bodyPr/>
        <a:lstStyle/>
        <a:p>
          <a:r>
            <a:rPr lang="tr-TR" sz="1400" dirty="0">
              <a:latin typeface="Times New Roman" pitchFamily="18" charset="0"/>
              <a:cs typeface="Times New Roman" pitchFamily="18" charset="0"/>
            </a:rPr>
            <a:t>Yazmadan önce</a:t>
          </a:r>
        </a:p>
      </dgm:t>
    </dgm:pt>
    <dgm:pt modelId="{0C00182A-A863-4636-B635-66E48AB64580}" type="parTrans" cxnId="{0BC32F2E-F7F8-44C0-B090-23EACF0B470A}">
      <dgm:prSet/>
      <dgm:spPr/>
      <dgm:t>
        <a:bodyPr/>
        <a:lstStyle/>
        <a:p>
          <a:endParaRPr lang="tr-TR"/>
        </a:p>
      </dgm:t>
    </dgm:pt>
    <dgm:pt modelId="{07ECBF39-9EAE-465C-A13D-AAAAC78D386C}" type="sibTrans" cxnId="{0BC32F2E-F7F8-44C0-B090-23EACF0B470A}">
      <dgm:prSet/>
      <dgm:spPr/>
      <dgm:t>
        <a:bodyPr/>
        <a:lstStyle/>
        <a:p>
          <a:endParaRPr lang="tr-TR"/>
        </a:p>
      </dgm:t>
    </dgm:pt>
    <dgm:pt modelId="{067FCF92-1FEF-4DD5-897A-E7259CD8718D}">
      <dgm:prSet phldrT="[Metin]" custT="1"/>
      <dgm:spPr/>
      <dgm:t>
        <a:bodyPr/>
        <a:lstStyle/>
        <a:p>
          <a:r>
            <a:rPr lang="tr-TR" sz="1400" dirty="0">
              <a:latin typeface="Times New Roman" pitchFamily="18" charset="0"/>
              <a:cs typeface="Times New Roman" pitchFamily="18" charset="0"/>
            </a:rPr>
            <a:t>...</a:t>
          </a:r>
        </a:p>
      </dgm:t>
    </dgm:pt>
    <dgm:pt modelId="{FA1E9FE1-BE3A-4C82-97C9-F010AB21EA8B}" type="parTrans" cxnId="{EC8DEB27-27CB-4A75-805E-AE60A740BE28}">
      <dgm:prSet/>
      <dgm:spPr/>
      <dgm:t>
        <a:bodyPr/>
        <a:lstStyle/>
        <a:p>
          <a:endParaRPr lang="tr-TR"/>
        </a:p>
      </dgm:t>
    </dgm:pt>
    <dgm:pt modelId="{3C1B3FB4-7A12-447D-9C74-80461401324F}" type="sibTrans" cxnId="{EC8DEB27-27CB-4A75-805E-AE60A740BE28}">
      <dgm:prSet/>
      <dgm:spPr/>
      <dgm:t>
        <a:bodyPr/>
        <a:lstStyle/>
        <a:p>
          <a:endParaRPr lang="tr-TR"/>
        </a:p>
      </dgm:t>
    </dgm:pt>
    <dgm:pt modelId="{BD1FFD0A-C505-4550-B6BA-E8FF49FAE2AC}">
      <dgm:prSet phldrT="[Metin]" custT="1"/>
      <dgm:spPr/>
      <dgm:t>
        <a:bodyPr/>
        <a:lstStyle/>
        <a:p>
          <a:r>
            <a:rPr lang="tr-TR" sz="1400" dirty="0">
              <a:latin typeface="Times New Roman" pitchFamily="18" charset="0"/>
              <a:cs typeface="Times New Roman" pitchFamily="18" charset="0"/>
            </a:rPr>
            <a:t>Bilgilenmek için</a:t>
          </a:r>
        </a:p>
      </dgm:t>
    </dgm:pt>
    <dgm:pt modelId="{DCDAE9D4-633C-4F98-9579-4224B4E27697}" type="parTrans" cxnId="{9A4E7DE5-5642-409A-8598-C527DA2FB05F}">
      <dgm:prSet/>
      <dgm:spPr/>
      <dgm:t>
        <a:bodyPr/>
        <a:lstStyle/>
        <a:p>
          <a:endParaRPr lang="tr-TR"/>
        </a:p>
      </dgm:t>
    </dgm:pt>
    <dgm:pt modelId="{2DABE74F-0E19-4959-AC95-8963AF0C3ED1}" type="sibTrans" cxnId="{9A4E7DE5-5642-409A-8598-C527DA2FB05F}">
      <dgm:prSet/>
      <dgm:spPr/>
      <dgm:t>
        <a:bodyPr/>
        <a:lstStyle/>
        <a:p>
          <a:endParaRPr lang="tr-TR"/>
        </a:p>
      </dgm:t>
    </dgm:pt>
    <dgm:pt modelId="{17FAAB3F-CDD3-4F5E-9D29-4B480A921C4A}">
      <dgm:prSet phldrT="[Metin]" custT="1"/>
      <dgm:spPr/>
      <dgm:t>
        <a:bodyPr/>
        <a:lstStyle/>
        <a:p>
          <a:r>
            <a:rPr lang="tr-TR" sz="1400" dirty="0">
              <a:latin typeface="Times New Roman" pitchFamily="18" charset="0"/>
              <a:cs typeface="Times New Roman" pitchFamily="18" charset="0"/>
            </a:rPr>
            <a:t>Keyif almak için</a:t>
          </a:r>
        </a:p>
      </dgm:t>
    </dgm:pt>
    <dgm:pt modelId="{DA3A6D06-DE85-4EBC-9900-0EF1041FE907}" type="parTrans" cxnId="{9F87AC01-FA1D-4BAA-8D76-6AA46E5633AC}">
      <dgm:prSet/>
      <dgm:spPr/>
      <dgm:t>
        <a:bodyPr/>
        <a:lstStyle/>
        <a:p>
          <a:endParaRPr lang="tr-TR"/>
        </a:p>
      </dgm:t>
    </dgm:pt>
    <dgm:pt modelId="{E6DF3B1B-49B7-455F-934C-1FF72C32A14D}" type="sibTrans" cxnId="{9F87AC01-FA1D-4BAA-8D76-6AA46E5633AC}">
      <dgm:prSet/>
      <dgm:spPr/>
      <dgm:t>
        <a:bodyPr/>
        <a:lstStyle/>
        <a:p>
          <a:endParaRPr lang="tr-TR"/>
        </a:p>
      </dgm:t>
    </dgm:pt>
    <dgm:pt modelId="{519BD8FB-A2FB-4F4F-8E63-2846EDAF0CCA}">
      <dgm:prSet phldrT="[Metin]" custT="1"/>
      <dgm:spPr/>
      <dgm:t>
        <a:bodyPr/>
        <a:lstStyle/>
        <a:p>
          <a:r>
            <a:rPr lang="tr-TR" sz="1400" dirty="0">
              <a:latin typeface="Times New Roman" pitchFamily="18" charset="0"/>
              <a:cs typeface="Times New Roman" pitchFamily="18" charset="0"/>
            </a:rPr>
            <a:t>Mutlu olmak için</a:t>
          </a:r>
        </a:p>
      </dgm:t>
    </dgm:pt>
    <dgm:pt modelId="{F2A77A7A-A89A-4545-BB5E-2FEF4315E831}" type="parTrans" cxnId="{0E080134-F8FB-42FD-ABC2-3ED581D69396}">
      <dgm:prSet/>
      <dgm:spPr/>
      <dgm:t>
        <a:bodyPr/>
        <a:lstStyle/>
        <a:p>
          <a:endParaRPr lang="tr-TR"/>
        </a:p>
      </dgm:t>
    </dgm:pt>
    <dgm:pt modelId="{62686496-CD5C-49CB-B069-0D9E4268FDF7}" type="sibTrans" cxnId="{0E080134-F8FB-42FD-ABC2-3ED581D69396}">
      <dgm:prSet/>
      <dgm:spPr/>
      <dgm:t>
        <a:bodyPr/>
        <a:lstStyle/>
        <a:p>
          <a:endParaRPr lang="tr-TR"/>
        </a:p>
      </dgm:t>
    </dgm:pt>
    <dgm:pt modelId="{305E8175-A5CD-4B93-84EF-C6BE036E0F60}">
      <dgm:prSet phldrT="[Metin]" custT="1"/>
      <dgm:spPr/>
      <dgm:t>
        <a:bodyPr/>
        <a:lstStyle/>
        <a:p>
          <a:r>
            <a:rPr lang="tr-TR" sz="1400" dirty="0">
              <a:latin typeface="Times New Roman" pitchFamily="18" charset="0"/>
              <a:cs typeface="Times New Roman" pitchFamily="18" charset="0"/>
            </a:rPr>
            <a:t>Proje yazmak için</a:t>
          </a:r>
        </a:p>
      </dgm:t>
    </dgm:pt>
    <dgm:pt modelId="{8ECDDE39-512A-49D5-963A-FC4E2F6E6725}" type="parTrans" cxnId="{A95D7A7B-8D7E-492D-95EB-7028A8AF9C49}">
      <dgm:prSet/>
      <dgm:spPr/>
      <dgm:t>
        <a:bodyPr/>
        <a:lstStyle/>
        <a:p>
          <a:endParaRPr lang="tr-TR"/>
        </a:p>
      </dgm:t>
    </dgm:pt>
    <dgm:pt modelId="{596ABAE0-B190-481B-8AAF-900B8F07C44B}" type="sibTrans" cxnId="{A95D7A7B-8D7E-492D-95EB-7028A8AF9C49}">
      <dgm:prSet/>
      <dgm:spPr/>
      <dgm:t>
        <a:bodyPr/>
        <a:lstStyle/>
        <a:p>
          <a:endParaRPr lang="tr-TR"/>
        </a:p>
      </dgm:t>
    </dgm:pt>
    <dgm:pt modelId="{1669897B-32B5-4539-A9B7-6E59F7EAC8B1}">
      <dgm:prSet phldrT="[Metin]" custT="1"/>
      <dgm:spPr/>
      <dgm:t>
        <a:bodyPr/>
        <a:lstStyle/>
        <a:p>
          <a:r>
            <a:rPr lang="tr-TR" sz="1400" dirty="0">
              <a:latin typeface="Times New Roman" pitchFamily="18" charset="0"/>
              <a:cs typeface="Times New Roman" pitchFamily="18" charset="0"/>
            </a:rPr>
            <a:t>Tez yazmak için</a:t>
          </a:r>
        </a:p>
      </dgm:t>
    </dgm:pt>
    <dgm:pt modelId="{52F5CF20-9F89-4A72-BB81-F3ACA909F2BE}" type="parTrans" cxnId="{B3DAEA8C-C3C1-4DAD-B002-5F6065167C70}">
      <dgm:prSet/>
      <dgm:spPr/>
      <dgm:t>
        <a:bodyPr/>
        <a:lstStyle/>
        <a:p>
          <a:endParaRPr lang="tr-TR"/>
        </a:p>
      </dgm:t>
    </dgm:pt>
    <dgm:pt modelId="{E5EB9CEF-B86D-44BF-880D-CA3D2BFDF318}" type="sibTrans" cxnId="{B3DAEA8C-C3C1-4DAD-B002-5F6065167C70}">
      <dgm:prSet/>
      <dgm:spPr/>
      <dgm:t>
        <a:bodyPr/>
        <a:lstStyle/>
        <a:p>
          <a:endParaRPr lang="tr-TR"/>
        </a:p>
      </dgm:t>
    </dgm:pt>
    <dgm:pt modelId="{D661292B-F93D-4371-ABE8-EA88C7CE1DA3}">
      <dgm:prSet phldrT="[Metin]" custT="1"/>
      <dgm:spPr/>
      <dgm:t>
        <a:bodyPr/>
        <a:lstStyle/>
        <a:p>
          <a:r>
            <a:rPr lang="tr-TR" sz="1400" dirty="0">
              <a:latin typeface="Times New Roman" pitchFamily="18" charset="0"/>
              <a:cs typeface="Times New Roman" pitchFamily="18" charset="0"/>
            </a:rPr>
            <a:t>Mesleki gelişim için</a:t>
          </a:r>
        </a:p>
      </dgm:t>
    </dgm:pt>
    <dgm:pt modelId="{F0291DE4-946E-47C0-A6E5-B1696E4AEFBE}" type="parTrans" cxnId="{2BA20C9A-D10E-416E-9E3E-B87266072C10}">
      <dgm:prSet/>
      <dgm:spPr/>
      <dgm:t>
        <a:bodyPr/>
        <a:lstStyle/>
        <a:p>
          <a:endParaRPr lang="tr-TR"/>
        </a:p>
      </dgm:t>
    </dgm:pt>
    <dgm:pt modelId="{B7023B65-1169-4536-9AE5-B1FAC8FADF9B}" type="sibTrans" cxnId="{2BA20C9A-D10E-416E-9E3E-B87266072C10}">
      <dgm:prSet/>
      <dgm:spPr/>
      <dgm:t>
        <a:bodyPr/>
        <a:lstStyle/>
        <a:p>
          <a:endParaRPr lang="tr-TR"/>
        </a:p>
      </dgm:t>
    </dgm:pt>
    <dgm:pt modelId="{C2A24463-C086-492F-B70B-1C2FC20A54A3}">
      <dgm:prSet phldrT="[Metin]" custT="1"/>
      <dgm:spPr/>
      <dgm:t>
        <a:bodyPr/>
        <a:lstStyle/>
        <a:p>
          <a:r>
            <a:rPr lang="tr-TR" sz="1400" dirty="0">
              <a:latin typeface="Times New Roman" pitchFamily="18" charset="0"/>
              <a:cs typeface="Times New Roman" pitchFamily="18" charset="0"/>
            </a:rPr>
            <a:t>Kendimizi tanımak için</a:t>
          </a:r>
        </a:p>
      </dgm:t>
    </dgm:pt>
    <dgm:pt modelId="{0C0A7E32-63B3-4906-80B6-496DB8915A83}" type="parTrans" cxnId="{2CF6A6DF-20F7-40D6-A420-A4F78A5B70ED}">
      <dgm:prSet/>
      <dgm:spPr/>
      <dgm:t>
        <a:bodyPr/>
        <a:lstStyle/>
        <a:p>
          <a:endParaRPr lang="tr-TR"/>
        </a:p>
      </dgm:t>
    </dgm:pt>
    <dgm:pt modelId="{F92EA5AE-7BD5-4C3B-9420-937E35EACF3E}" type="sibTrans" cxnId="{2CF6A6DF-20F7-40D6-A420-A4F78A5B70ED}">
      <dgm:prSet/>
      <dgm:spPr/>
      <dgm:t>
        <a:bodyPr/>
        <a:lstStyle/>
        <a:p>
          <a:endParaRPr lang="tr-TR"/>
        </a:p>
      </dgm:t>
    </dgm:pt>
    <dgm:pt modelId="{115DECF7-918C-46D6-A460-595A04CEE027}">
      <dgm:prSet phldrT="[Metin]" custT="1"/>
      <dgm:spPr/>
      <dgm:t>
        <a:bodyPr/>
        <a:lstStyle/>
        <a:p>
          <a:r>
            <a:rPr lang="tr-TR" sz="1400" dirty="0">
              <a:latin typeface="Times New Roman" pitchFamily="18" charset="0"/>
              <a:cs typeface="Times New Roman" pitchFamily="18" charset="0"/>
            </a:rPr>
            <a:t>Merak ettiğimiz için</a:t>
          </a:r>
        </a:p>
      </dgm:t>
    </dgm:pt>
    <dgm:pt modelId="{DD7C45E2-B375-4C1C-9E8E-32FDA150357A}" type="parTrans" cxnId="{3057E752-C2D2-4AB2-98C5-97FC16121690}">
      <dgm:prSet/>
      <dgm:spPr/>
      <dgm:t>
        <a:bodyPr/>
        <a:lstStyle/>
        <a:p>
          <a:endParaRPr lang="tr-TR"/>
        </a:p>
      </dgm:t>
    </dgm:pt>
    <dgm:pt modelId="{61A563D0-0D8A-4B94-BEA1-459215745489}" type="sibTrans" cxnId="{3057E752-C2D2-4AB2-98C5-97FC16121690}">
      <dgm:prSet/>
      <dgm:spPr/>
      <dgm:t>
        <a:bodyPr/>
        <a:lstStyle/>
        <a:p>
          <a:endParaRPr lang="tr-TR"/>
        </a:p>
      </dgm:t>
    </dgm:pt>
    <dgm:pt modelId="{3F29B008-BFF2-4639-A8BA-62F5255E062E}">
      <dgm:prSet phldrT="[Metin]" custT="1"/>
      <dgm:spPr/>
      <dgm:t>
        <a:bodyPr/>
        <a:lstStyle/>
        <a:p>
          <a:r>
            <a:rPr lang="tr-TR" sz="1400" dirty="0">
              <a:latin typeface="Times New Roman" pitchFamily="18" charset="0"/>
              <a:cs typeface="Times New Roman" pitchFamily="18" charset="0"/>
            </a:rPr>
            <a:t>Kart, mesaj yazmak için...</a:t>
          </a:r>
        </a:p>
      </dgm:t>
    </dgm:pt>
    <dgm:pt modelId="{BB98466B-E761-4224-A990-564B958750F4}" type="parTrans" cxnId="{5BDD5B17-10C5-4D7B-9B55-33C529D2B8E2}">
      <dgm:prSet/>
      <dgm:spPr/>
      <dgm:t>
        <a:bodyPr/>
        <a:lstStyle/>
        <a:p>
          <a:endParaRPr lang="tr-TR"/>
        </a:p>
      </dgm:t>
    </dgm:pt>
    <dgm:pt modelId="{6F8FD0E0-B2E1-4BEB-BDB7-F0E6722E886C}" type="sibTrans" cxnId="{5BDD5B17-10C5-4D7B-9B55-33C529D2B8E2}">
      <dgm:prSet/>
      <dgm:spPr/>
      <dgm:t>
        <a:bodyPr/>
        <a:lstStyle/>
        <a:p>
          <a:endParaRPr lang="tr-TR"/>
        </a:p>
      </dgm:t>
    </dgm:pt>
    <dgm:pt modelId="{28F41D94-7D4F-4CB1-BCEC-3B00FAC79677}">
      <dgm:prSet phldrT="[Metin]" custT="1"/>
      <dgm:spPr/>
      <dgm:t>
        <a:bodyPr/>
        <a:lstStyle/>
        <a:p>
          <a:r>
            <a:rPr lang="tr-TR" sz="1400" dirty="0">
              <a:latin typeface="Times New Roman" pitchFamily="18" charset="0"/>
              <a:cs typeface="Times New Roman" pitchFamily="18" charset="0"/>
            </a:rPr>
            <a:t>Rapor yazmak için</a:t>
          </a:r>
        </a:p>
      </dgm:t>
    </dgm:pt>
    <dgm:pt modelId="{B8E3735F-7BDD-4ED7-9035-E328226A30BF}" type="parTrans" cxnId="{9740B9B6-EE5C-453A-8344-E85E4D69E142}">
      <dgm:prSet/>
      <dgm:spPr/>
      <dgm:t>
        <a:bodyPr/>
        <a:lstStyle/>
        <a:p>
          <a:endParaRPr lang="tr-TR"/>
        </a:p>
      </dgm:t>
    </dgm:pt>
    <dgm:pt modelId="{1D3288AE-A603-47AB-96C6-EE086BCFEEC3}" type="sibTrans" cxnId="{9740B9B6-EE5C-453A-8344-E85E4D69E142}">
      <dgm:prSet/>
      <dgm:spPr/>
      <dgm:t>
        <a:bodyPr/>
        <a:lstStyle/>
        <a:p>
          <a:endParaRPr lang="tr-TR"/>
        </a:p>
      </dgm:t>
    </dgm:pt>
    <dgm:pt modelId="{139503F7-17AB-47BC-BECB-DE46F7CD5732}">
      <dgm:prSet phldrT="[Metin]" custT="1"/>
      <dgm:spPr/>
      <dgm:t>
        <a:bodyPr/>
        <a:lstStyle/>
        <a:p>
          <a:r>
            <a:rPr lang="tr-TR" sz="1400" dirty="0">
              <a:latin typeface="Times New Roman" pitchFamily="18" charset="0"/>
              <a:cs typeface="Times New Roman" pitchFamily="18" charset="0"/>
            </a:rPr>
            <a:t>...</a:t>
          </a:r>
        </a:p>
      </dgm:t>
    </dgm:pt>
    <dgm:pt modelId="{6A424EE5-F265-423D-885F-ACAD469055C3}" type="parTrans" cxnId="{5D0443CC-A215-41A7-A62A-6E5351043EB5}">
      <dgm:prSet/>
      <dgm:spPr/>
      <dgm:t>
        <a:bodyPr/>
        <a:lstStyle/>
        <a:p>
          <a:endParaRPr lang="tr-TR"/>
        </a:p>
      </dgm:t>
    </dgm:pt>
    <dgm:pt modelId="{085CA138-BEA7-484A-923F-0809B83BD294}" type="sibTrans" cxnId="{5D0443CC-A215-41A7-A62A-6E5351043EB5}">
      <dgm:prSet/>
      <dgm:spPr/>
      <dgm:t>
        <a:bodyPr/>
        <a:lstStyle/>
        <a:p>
          <a:endParaRPr lang="tr-TR"/>
        </a:p>
      </dgm:t>
    </dgm:pt>
    <dgm:pt modelId="{098496DC-318D-477A-8AD7-89CBB530B6F5}">
      <dgm:prSet phldrT="[Metin]" custT="1"/>
      <dgm:spPr/>
      <dgm:t>
        <a:bodyPr/>
        <a:lstStyle/>
        <a:p>
          <a:r>
            <a:rPr lang="tr-TR" sz="1400" dirty="0">
              <a:latin typeface="Times New Roman" pitchFamily="18" charset="0"/>
              <a:cs typeface="Times New Roman" pitchFamily="18" charset="0"/>
            </a:rPr>
            <a:t>Mutfakta</a:t>
          </a:r>
        </a:p>
      </dgm:t>
    </dgm:pt>
    <dgm:pt modelId="{104C8F48-EFDA-462F-AE5D-AAFDA7862800}" type="parTrans" cxnId="{D1DB2D20-1422-4B06-9798-04214173431E}">
      <dgm:prSet/>
      <dgm:spPr/>
      <dgm:t>
        <a:bodyPr/>
        <a:lstStyle/>
        <a:p>
          <a:endParaRPr lang="tr-TR"/>
        </a:p>
      </dgm:t>
    </dgm:pt>
    <dgm:pt modelId="{29A1E3BE-5755-4F66-801E-9B1F9EE51FB6}" type="sibTrans" cxnId="{D1DB2D20-1422-4B06-9798-04214173431E}">
      <dgm:prSet/>
      <dgm:spPr/>
      <dgm:t>
        <a:bodyPr/>
        <a:lstStyle/>
        <a:p>
          <a:endParaRPr lang="tr-TR"/>
        </a:p>
      </dgm:t>
    </dgm:pt>
    <dgm:pt modelId="{66297992-85A8-4289-81E3-356BD0E66581}">
      <dgm:prSet phldrT="[Metin]" custT="1"/>
      <dgm:spPr/>
      <dgm:t>
        <a:bodyPr/>
        <a:lstStyle/>
        <a:p>
          <a:r>
            <a:rPr lang="tr-TR" sz="1400" dirty="0">
              <a:latin typeface="Times New Roman" pitchFamily="18" charset="0"/>
              <a:cs typeface="Times New Roman" pitchFamily="18" charset="0"/>
            </a:rPr>
            <a:t>Sabah</a:t>
          </a:r>
        </a:p>
      </dgm:t>
    </dgm:pt>
    <dgm:pt modelId="{B0B7DA36-CB5A-4A4E-90D8-AE427C838C77}" type="parTrans" cxnId="{3508295A-53FD-4FD1-BC51-68B99648AFB6}">
      <dgm:prSet/>
      <dgm:spPr/>
      <dgm:t>
        <a:bodyPr/>
        <a:lstStyle/>
        <a:p>
          <a:endParaRPr lang="tr-TR"/>
        </a:p>
      </dgm:t>
    </dgm:pt>
    <dgm:pt modelId="{459F9F66-3CEF-460C-A50B-BE8A02558D60}" type="sibTrans" cxnId="{3508295A-53FD-4FD1-BC51-68B99648AFB6}">
      <dgm:prSet/>
      <dgm:spPr/>
      <dgm:t>
        <a:bodyPr/>
        <a:lstStyle/>
        <a:p>
          <a:endParaRPr lang="tr-TR"/>
        </a:p>
      </dgm:t>
    </dgm:pt>
    <dgm:pt modelId="{38A6C0B8-C062-4B1A-818D-FD1D7088F572}">
      <dgm:prSet phldrT="[Metin]" custT="1"/>
      <dgm:spPr/>
      <dgm:t>
        <a:bodyPr/>
        <a:lstStyle/>
        <a:p>
          <a:r>
            <a:rPr lang="tr-TR" sz="1400" dirty="0">
              <a:latin typeface="Times New Roman" pitchFamily="18" charset="0"/>
              <a:cs typeface="Times New Roman" pitchFamily="18" charset="0"/>
            </a:rPr>
            <a:t>Öğrenmek için</a:t>
          </a:r>
        </a:p>
      </dgm:t>
    </dgm:pt>
    <dgm:pt modelId="{65547BD9-9F64-4F92-8DCB-3910DC18E67A}" type="parTrans" cxnId="{C2437DF1-8E09-4EEC-8D60-9F76FBCBB4D1}">
      <dgm:prSet/>
      <dgm:spPr/>
      <dgm:t>
        <a:bodyPr/>
        <a:lstStyle/>
        <a:p>
          <a:endParaRPr lang="tr-TR"/>
        </a:p>
      </dgm:t>
    </dgm:pt>
    <dgm:pt modelId="{BF512F54-510B-4154-8D47-4CA1A39196FA}" type="sibTrans" cxnId="{C2437DF1-8E09-4EEC-8D60-9F76FBCBB4D1}">
      <dgm:prSet/>
      <dgm:spPr/>
      <dgm:t>
        <a:bodyPr/>
        <a:lstStyle/>
        <a:p>
          <a:endParaRPr lang="tr-TR"/>
        </a:p>
      </dgm:t>
    </dgm:pt>
    <dgm:pt modelId="{2830FD9C-6125-45E2-AB00-AB55ECD8E319}">
      <dgm:prSet phldrT="[Metin]" custT="1"/>
      <dgm:spPr/>
      <dgm:t>
        <a:bodyPr/>
        <a:lstStyle/>
        <a:p>
          <a:r>
            <a:rPr lang="tr-TR" sz="1400" dirty="0">
              <a:latin typeface="Times New Roman" pitchFamily="18" charset="0"/>
              <a:cs typeface="Times New Roman" pitchFamily="18" charset="0"/>
            </a:rPr>
            <a:t>Salonda</a:t>
          </a:r>
        </a:p>
      </dgm:t>
    </dgm:pt>
    <dgm:pt modelId="{D2471FC5-1251-41F1-90D8-88FA26D687D5}" type="parTrans" cxnId="{3DDC5781-F170-4A5C-89A6-BDE5137C0E7D}">
      <dgm:prSet/>
      <dgm:spPr/>
      <dgm:t>
        <a:bodyPr/>
        <a:lstStyle/>
        <a:p>
          <a:endParaRPr lang="tr-TR"/>
        </a:p>
      </dgm:t>
    </dgm:pt>
    <dgm:pt modelId="{1C99099F-B9F5-4786-AF93-FDC559DD7C27}" type="sibTrans" cxnId="{3DDC5781-F170-4A5C-89A6-BDE5137C0E7D}">
      <dgm:prSet/>
      <dgm:spPr/>
      <dgm:t>
        <a:bodyPr/>
        <a:lstStyle/>
        <a:p>
          <a:endParaRPr lang="tr-TR"/>
        </a:p>
      </dgm:t>
    </dgm:pt>
    <dgm:pt modelId="{01D74849-117B-4E03-A38D-B9285BEE397C}">
      <dgm:prSet phldrT="[Metin]" custT="1"/>
      <dgm:spPr/>
      <dgm:t>
        <a:bodyPr/>
        <a:lstStyle/>
        <a:p>
          <a:r>
            <a:rPr lang="tr-TR" sz="1400" dirty="0">
              <a:latin typeface="Times New Roman" pitchFamily="18" charset="0"/>
              <a:cs typeface="Times New Roman" pitchFamily="18" charset="0"/>
            </a:rPr>
            <a:t>Balkonda</a:t>
          </a:r>
        </a:p>
      </dgm:t>
    </dgm:pt>
    <dgm:pt modelId="{AAB8160B-DF73-45C8-9A53-289BEEAB3406}" type="parTrans" cxnId="{91CAD279-5FA6-429A-BBC7-6FC2E196A8DB}">
      <dgm:prSet/>
      <dgm:spPr/>
      <dgm:t>
        <a:bodyPr/>
        <a:lstStyle/>
        <a:p>
          <a:endParaRPr lang="tr-TR"/>
        </a:p>
      </dgm:t>
    </dgm:pt>
    <dgm:pt modelId="{2707E8C2-7C7E-4A8E-8459-9BE5D3F7192D}" type="sibTrans" cxnId="{91CAD279-5FA6-429A-BBC7-6FC2E196A8DB}">
      <dgm:prSet/>
      <dgm:spPr/>
      <dgm:t>
        <a:bodyPr/>
        <a:lstStyle/>
        <a:p>
          <a:endParaRPr lang="tr-TR"/>
        </a:p>
      </dgm:t>
    </dgm:pt>
    <dgm:pt modelId="{59541AE6-75C3-42FB-9D67-23BF86CFD195}">
      <dgm:prSet phldrT="[Metin]" custT="1"/>
      <dgm:spPr/>
      <dgm:t>
        <a:bodyPr/>
        <a:lstStyle/>
        <a:p>
          <a:r>
            <a:rPr lang="tr-TR" sz="1400" dirty="0">
              <a:latin typeface="Times New Roman" pitchFamily="18" charset="0"/>
              <a:cs typeface="Times New Roman" pitchFamily="18" charset="0"/>
            </a:rPr>
            <a:t>...</a:t>
          </a:r>
        </a:p>
      </dgm:t>
    </dgm:pt>
    <dgm:pt modelId="{41016995-9A2D-4F06-A026-2E67E11B4EC3}" type="parTrans" cxnId="{544C4422-2328-4982-A8F3-53F6E5D50CF2}">
      <dgm:prSet/>
      <dgm:spPr/>
      <dgm:t>
        <a:bodyPr/>
        <a:lstStyle/>
        <a:p>
          <a:endParaRPr lang="tr-TR"/>
        </a:p>
      </dgm:t>
    </dgm:pt>
    <dgm:pt modelId="{63339CDF-8335-440D-9613-912AFD40314B}" type="sibTrans" cxnId="{544C4422-2328-4982-A8F3-53F6E5D50CF2}">
      <dgm:prSet/>
      <dgm:spPr/>
      <dgm:t>
        <a:bodyPr/>
        <a:lstStyle/>
        <a:p>
          <a:endParaRPr lang="tr-TR"/>
        </a:p>
      </dgm:t>
    </dgm:pt>
    <dgm:pt modelId="{FEB36065-1954-414D-AE40-0379101646CE}" type="pres">
      <dgm:prSet presAssocID="{F8BD260E-4993-4145-AF1A-73503D005384}" presName="Name0" presStyleCnt="0">
        <dgm:presLayoutVars>
          <dgm:dir/>
          <dgm:animLvl val="lvl"/>
          <dgm:resizeHandles val="exact"/>
        </dgm:presLayoutVars>
      </dgm:prSet>
      <dgm:spPr/>
      <dgm:t>
        <a:bodyPr/>
        <a:lstStyle/>
        <a:p>
          <a:endParaRPr lang="tr-TR"/>
        </a:p>
      </dgm:t>
    </dgm:pt>
    <dgm:pt modelId="{24E25FBE-D77A-46B8-BA66-4255697E4B46}" type="pres">
      <dgm:prSet presAssocID="{D0B1629C-3037-4D2E-B7D4-E5D58963F41B}" presName="composite" presStyleCnt="0"/>
      <dgm:spPr/>
    </dgm:pt>
    <dgm:pt modelId="{466A1154-9CD7-44B1-9BCB-01469FF8F0A5}" type="pres">
      <dgm:prSet presAssocID="{D0B1629C-3037-4D2E-B7D4-E5D58963F41B}" presName="parTx" presStyleLbl="alignNode1" presStyleIdx="0" presStyleCnt="3" custScaleX="98817" custScaleY="124090" custLinFactNeighborX="-103" custLinFactNeighborY="10554">
        <dgm:presLayoutVars>
          <dgm:chMax val="0"/>
          <dgm:chPref val="0"/>
          <dgm:bulletEnabled val="1"/>
        </dgm:presLayoutVars>
      </dgm:prSet>
      <dgm:spPr/>
      <dgm:t>
        <a:bodyPr/>
        <a:lstStyle/>
        <a:p>
          <a:endParaRPr lang="tr-TR"/>
        </a:p>
      </dgm:t>
    </dgm:pt>
    <dgm:pt modelId="{779EB2CD-133D-48CE-8C6C-95E8F9370450}" type="pres">
      <dgm:prSet presAssocID="{D0B1629C-3037-4D2E-B7D4-E5D58963F41B}" presName="desTx" presStyleLbl="alignAccFollowNode1" presStyleIdx="0" presStyleCnt="3">
        <dgm:presLayoutVars>
          <dgm:bulletEnabled val="1"/>
        </dgm:presLayoutVars>
      </dgm:prSet>
      <dgm:spPr/>
      <dgm:t>
        <a:bodyPr/>
        <a:lstStyle/>
        <a:p>
          <a:endParaRPr lang="tr-TR"/>
        </a:p>
      </dgm:t>
    </dgm:pt>
    <dgm:pt modelId="{7618669F-D8E2-4862-88DF-D99C3D446AFC}" type="pres">
      <dgm:prSet presAssocID="{E881E43C-C723-48A1-8F28-B76219C0703D}" presName="space" presStyleCnt="0"/>
      <dgm:spPr/>
    </dgm:pt>
    <dgm:pt modelId="{118B5DC3-2514-43E3-A228-A9DE3EADFAFB}" type="pres">
      <dgm:prSet presAssocID="{85BF9231-4D2F-450E-9DDD-435C7A997B8C}" presName="composite" presStyleCnt="0"/>
      <dgm:spPr/>
    </dgm:pt>
    <dgm:pt modelId="{A7832014-47D9-4F5F-80CE-5C601B11FA64}" type="pres">
      <dgm:prSet presAssocID="{85BF9231-4D2F-450E-9DDD-435C7A997B8C}" presName="parTx" presStyleLbl="alignNode1" presStyleIdx="1" presStyleCnt="3">
        <dgm:presLayoutVars>
          <dgm:chMax val="0"/>
          <dgm:chPref val="0"/>
          <dgm:bulletEnabled val="1"/>
        </dgm:presLayoutVars>
      </dgm:prSet>
      <dgm:spPr/>
      <dgm:t>
        <a:bodyPr/>
        <a:lstStyle/>
        <a:p>
          <a:endParaRPr lang="tr-TR"/>
        </a:p>
      </dgm:t>
    </dgm:pt>
    <dgm:pt modelId="{99EA7A12-B82A-42AB-9AB9-6F8475F7E73F}" type="pres">
      <dgm:prSet presAssocID="{85BF9231-4D2F-450E-9DDD-435C7A997B8C}" presName="desTx" presStyleLbl="alignAccFollowNode1" presStyleIdx="1" presStyleCnt="3">
        <dgm:presLayoutVars>
          <dgm:bulletEnabled val="1"/>
        </dgm:presLayoutVars>
      </dgm:prSet>
      <dgm:spPr/>
      <dgm:t>
        <a:bodyPr/>
        <a:lstStyle/>
        <a:p>
          <a:endParaRPr lang="tr-TR"/>
        </a:p>
      </dgm:t>
    </dgm:pt>
    <dgm:pt modelId="{DF817F7D-AB70-4DC7-8A7B-60E616E184F0}" type="pres">
      <dgm:prSet presAssocID="{5C869F1D-7C33-4E8F-AFB7-B2D962F27022}" presName="space" presStyleCnt="0"/>
      <dgm:spPr/>
    </dgm:pt>
    <dgm:pt modelId="{2294B965-91EA-449C-88C9-25079887F3EB}" type="pres">
      <dgm:prSet presAssocID="{B7A43350-3DA7-4987-AE73-A4F8AE583126}" presName="composite" presStyleCnt="0"/>
      <dgm:spPr/>
    </dgm:pt>
    <dgm:pt modelId="{9D7FBFE8-A44A-4FAC-A82C-A901D4511D76}" type="pres">
      <dgm:prSet presAssocID="{B7A43350-3DA7-4987-AE73-A4F8AE583126}" presName="parTx" presStyleLbl="alignNode1" presStyleIdx="2" presStyleCnt="3">
        <dgm:presLayoutVars>
          <dgm:chMax val="0"/>
          <dgm:chPref val="0"/>
          <dgm:bulletEnabled val="1"/>
        </dgm:presLayoutVars>
      </dgm:prSet>
      <dgm:spPr/>
      <dgm:t>
        <a:bodyPr/>
        <a:lstStyle/>
        <a:p>
          <a:endParaRPr lang="tr-TR"/>
        </a:p>
      </dgm:t>
    </dgm:pt>
    <dgm:pt modelId="{7FA8EF07-752B-470A-A2DD-258EAB033B29}" type="pres">
      <dgm:prSet presAssocID="{B7A43350-3DA7-4987-AE73-A4F8AE583126}" presName="desTx" presStyleLbl="alignAccFollowNode1" presStyleIdx="2" presStyleCnt="3">
        <dgm:presLayoutVars>
          <dgm:bulletEnabled val="1"/>
        </dgm:presLayoutVars>
      </dgm:prSet>
      <dgm:spPr/>
      <dgm:t>
        <a:bodyPr/>
        <a:lstStyle/>
        <a:p>
          <a:endParaRPr lang="tr-TR"/>
        </a:p>
      </dgm:t>
    </dgm:pt>
  </dgm:ptLst>
  <dgm:cxnLst>
    <dgm:cxn modelId="{19AD06FF-D701-4869-9A25-B378D26AFDEB}" type="presOf" srcId="{D37DF988-2FC5-4E95-B69D-14075C2D1406}" destId="{779EB2CD-133D-48CE-8C6C-95E8F9370450}" srcOrd="0" destOrd="5" presId="urn:microsoft.com/office/officeart/2005/8/layout/hList1"/>
    <dgm:cxn modelId="{91CAD279-5FA6-429A-BBC7-6FC2E196A8DB}" srcId="{D0B1629C-3037-4D2E-B7D4-E5D58963F41B}" destId="{01D74849-117B-4E03-A38D-B9285BEE397C}" srcOrd="12" destOrd="0" parTransId="{AAB8160B-DF73-45C8-9A53-289BEEAB3406}" sibTransId="{2707E8C2-7C7E-4A8E-8459-9BE5D3F7192D}"/>
    <dgm:cxn modelId="{4632D8D8-7EEA-4775-BF71-7B2A88B5403B}" srcId="{85BF9231-4D2F-450E-9DDD-435C7A997B8C}" destId="{A89EF653-A5E8-44D5-ACAD-02784F052C47}" srcOrd="8" destOrd="0" parTransId="{5FB84373-B454-47AE-BD65-BA3C3C39F11C}" sibTransId="{2B8C3645-181F-4F13-88FF-C3796EF9D483}"/>
    <dgm:cxn modelId="{0BC32F2E-F7F8-44C0-B090-23EACF0B470A}" srcId="{85BF9231-4D2F-450E-9DDD-435C7A997B8C}" destId="{34D248EB-13B7-4BC9-9489-1B822C3BC967}" srcOrd="9" destOrd="0" parTransId="{0C00182A-A863-4636-B635-66E48AB64580}" sibTransId="{07ECBF39-9EAE-465C-A13D-AAAAC78D386C}"/>
    <dgm:cxn modelId="{1B42A88A-EB35-4A46-96CB-DF31041F4BE0}" type="presOf" srcId="{139503F7-17AB-47BC-BECB-DE46F7CD5732}" destId="{7FA8EF07-752B-470A-A2DD-258EAB033B29}" srcOrd="0" destOrd="11" presId="urn:microsoft.com/office/officeart/2005/8/layout/hList1"/>
    <dgm:cxn modelId="{67D5474B-F88C-47FA-8864-0BF2D3880335}" type="presOf" srcId="{E6115D70-B93B-4BC1-A71B-10F57816530F}" destId="{779EB2CD-133D-48CE-8C6C-95E8F9370450}" srcOrd="0" destOrd="1" presId="urn:microsoft.com/office/officeart/2005/8/layout/hList1"/>
    <dgm:cxn modelId="{4321A779-211C-4AED-A6E8-0232A133B925}" type="presOf" srcId="{C8B90118-9B68-40CE-B543-EC423064EF0C}" destId="{99EA7A12-B82A-42AB-9AB9-6F8475F7E73F}" srcOrd="0" destOrd="5" presId="urn:microsoft.com/office/officeart/2005/8/layout/hList1"/>
    <dgm:cxn modelId="{1160534E-CF09-4905-96CF-1D49666001FF}" type="presOf" srcId="{9203E455-B66E-4365-AB82-0082FCF2FFD6}" destId="{779EB2CD-133D-48CE-8C6C-95E8F9370450}" srcOrd="0" destOrd="7" presId="urn:microsoft.com/office/officeart/2005/8/layout/hList1"/>
    <dgm:cxn modelId="{0E080134-F8FB-42FD-ABC2-3ED581D69396}" srcId="{B7A43350-3DA7-4987-AE73-A4F8AE583126}" destId="{519BD8FB-A2FB-4F4F-8E63-2846EDAF0CCA}" srcOrd="3" destOrd="0" parTransId="{F2A77A7A-A89A-4545-BB5E-2FEF4315E831}" sibTransId="{62686496-CD5C-49CB-B069-0D9E4268FDF7}"/>
    <dgm:cxn modelId="{3DF0A581-440D-4662-97B9-F5BB3ABB6924}" type="presOf" srcId="{DB26DF16-B1DF-48C6-9083-3D4385896C7A}" destId="{779EB2CD-133D-48CE-8C6C-95E8F9370450}" srcOrd="0" destOrd="4" presId="urn:microsoft.com/office/officeart/2005/8/layout/hList1"/>
    <dgm:cxn modelId="{308D4F29-9C83-4E4B-9E2B-0C77C8EACC51}" type="presOf" srcId="{2830FD9C-6125-45E2-AB00-AB55ECD8E319}" destId="{779EB2CD-133D-48CE-8C6C-95E8F9370450}" srcOrd="0" destOrd="11" presId="urn:microsoft.com/office/officeart/2005/8/layout/hList1"/>
    <dgm:cxn modelId="{EE5F6FB5-7D00-4566-A48A-FAE177C98E38}" type="presOf" srcId="{E85C6F98-277A-467A-8A8E-C52FFFDA1EFB}" destId="{99EA7A12-B82A-42AB-9AB9-6F8475F7E73F}" srcOrd="0" destOrd="6" presId="urn:microsoft.com/office/officeart/2005/8/layout/hList1"/>
    <dgm:cxn modelId="{B576EE3F-BEBD-4F48-AC91-6095A102E129}" type="presOf" srcId="{FAFAEB5F-954D-4E5D-94B7-49815C13B44A}" destId="{779EB2CD-133D-48CE-8C6C-95E8F9370450}" srcOrd="0" destOrd="0" presId="urn:microsoft.com/office/officeart/2005/8/layout/hList1"/>
    <dgm:cxn modelId="{B8269CEA-6A7F-4864-ACAF-7BECB975B8C5}" type="presOf" srcId="{305E8175-A5CD-4B93-84EF-C6BE036E0F60}" destId="{7FA8EF07-752B-470A-A2DD-258EAB033B29}" srcOrd="0" destOrd="4" presId="urn:microsoft.com/office/officeart/2005/8/layout/hList1"/>
    <dgm:cxn modelId="{1F9D7070-4745-47C1-B400-91605921E7E3}" srcId="{85BF9231-4D2F-450E-9DDD-435C7A997B8C}" destId="{E85C6F98-277A-467A-8A8E-C52FFFDA1EFB}" srcOrd="6" destOrd="0" parTransId="{49FEE51F-5611-4DFB-AAFE-38242E37BC09}" sibTransId="{8B5BE124-7349-4B07-AC22-EDF6DEA2E55B}"/>
    <dgm:cxn modelId="{F10CDE13-E4A8-4C73-85AD-3175A064E1AE}" srcId="{D0B1629C-3037-4D2E-B7D4-E5D58963F41B}" destId="{73DBC84E-943B-4B00-96AF-85A8D7367E98}" srcOrd="3" destOrd="0" parTransId="{A7AF990E-3594-4FEE-A4F2-D1B15BAAF861}" sibTransId="{0FA4C210-C9A1-4F2C-9CD4-EE95B76D13A6}"/>
    <dgm:cxn modelId="{069AACED-1853-4FA2-BB6F-6A6DF4BF6AE8}" srcId="{D0B1629C-3037-4D2E-B7D4-E5D58963F41B}" destId="{DB26DF16-B1DF-48C6-9083-3D4385896C7A}" srcOrd="4" destOrd="0" parTransId="{712FBBFC-5866-4E6A-BA39-529EF960FC61}" sibTransId="{5E705589-AACD-4270-AC29-5CDAF9658991}"/>
    <dgm:cxn modelId="{EFA2EA12-76BC-4A77-B944-304B17F6E4FB}" srcId="{D0B1629C-3037-4D2E-B7D4-E5D58963F41B}" destId="{E5AED922-138C-4D89-ABAA-6BF0D8512046}" srcOrd="8" destOrd="0" parTransId="{7F203483-E150-4756-B291-C9D1582F79C5}" sibTransId="{DD564DD8-D248-48E1-9AB4-FE35FF4582B0}"/>
    <dgm:cxn modelId="{0946148F-2F83-4578-A0AE-22472C642B02}" type="presOf" srcId="{73DBC84E-943B-4B00-96AF-85A8D7367E98}" destId="{779EB2CD-133D-48CE-8C6C-95E8F9370450}" srcOrd="0" destOrd="3" presId="urn:microsoft.com/office/officeart/2005/8/layout/hList1"/>
    <dgm:cxn modelId="{E8D964D6-8773-4240-B5F8-32210CDC14E3}" type="presOf" srcId="{B4F1EAE4-057D-4F9B-96C2-8B7EC5B46A66}" destId="{99EA7A12-B82A-42AB-9AB9-6F8475F7E73F}" srcOrd="0" destOrd="1" presId="urn:microsoft.com/office/officeart/2005/8/layout/hList1"/>
    <dgm:cxn modelId="{9F87AC01-FA1D-4BAA-8D76-6AA46E5633AC}" srcId="{B7A43350-3DA7-4987-AE73-A4F8AE583126}" destId="{17FAAB3F-CDD3-4F5E-9D29-4B480A921C4A}" srcOrd="2" destOrd="0" parTransId="{DA3A6D06-DE85-4EBC-9900-0EF1041FE907}" sibTransId="{E6DF3B1B-49B7-455F-934C-1FF72C32A14D}"/>
    <dgm:cxn modelId="{AF1797C5-0566-4807-884A-B730116A0418}" type="presOf" srcId="{85BF9231-4D2F-450E-9DDD-435C7A997B8C}" destId="{A7832014-47D9-4F5F-80CE-5C601B11FA64}" srcOrd="0" destOrd="0" presId="urn:microsoft.com/office/officeart/2005/8/layout/hList1"/>
    <dgm:cxn modelId="{C1BB6381-BF30-45D6-A621-10206327954F}" type="presOf" srcId="{3370E810-87E7-4605-B58C-CBE9FCF2567D}" destId="{779EB2CD-133D-48CE-8C6C-95E8F9370450}" srcOrd="0" destOrd="9" presId="urn:microsoft.com/office/officeart/2005/8/layout/hList1"/>
    <dgm:cxn modelId="{B3DAEA8C-C3C1-4DAD-B002-5F6065167C70}" srcId="{B7A43350-3DA7-4987-AE73-A4F8AE583126}" destId="{1669897B-32B5-4539-A9B7-6E59F7EAC8B1}" srcOrd="5" destOrd="0" parTransId="{52F5CF20-9F89-4A72-BB81-F3ACA909F2BE}" sibTransId="{E5EB9CEF-B86D-44BF-880D-CA3D2BFDF318}"/>
    <dgm:cxn modelId="{83DCDB1C-1BF5-4E21-A1C3-76187FF5E3BC}" type="presOf" srcId="{34D248EB-13B7-4BC9-9489-1B822C3BC967}" destId="{99EA7A12-B82A-42AB-9AB9-6F8475F7E73F}" srcOrd="0" destOrd="9" presId="urn:microsoft.com/office/officeart/2005/8/layout/hList1"/>
    <dgm:cxn modelId="{F055F2FD-AABC-4C7C-A415-D713E708472A}" type="presOf" srcId="{66297992-85A8-4289-81E3-356BD0E66581}" destId="{99EA7A12-B82A-42AB-9AB9-6F8475F7E73F}" srcOrd="0" destOrd="0" presId="urn:microsoft.com/office/officeart/2005/8/layout/hList1"/>
    <dgm:cxn modelId="{B559A66B-CABB-403C-899D-C49A9462EDDD}" srcId="{D0B1629C-3037-4D2E-B7D4-E5D58963F41B}" destId="{FAFAEB5F-954D-4E5D-94B7-49815C13B44A}" srcOrd="0" destOrd="0" parTransId="{39CF0DBD-8D6E-489A-ADE1-CEB5E4D8FB02}" sibTransId="{EACBFBCC-CAC9-4F51-8699-3688C8CAD59A}"/>
    <dgm:cxn modelId="{019B33DB-F702-4F31-A3F5-E9CCCCB33135}" type="presOf" srcId="{38A6C0B8-C062-4B1A-818D-FD1D7088F572}" destId="{7FA8EF07-752B-470A-A2DD-258EAB033B29}" srcOrd="0" destOrd="0" presId="urn:microsoft.com/office/officeart/2005/8/layout/hList1"/>
    <dgm:cxn modelId="{65183892-5622-4324-B984-7EEE069085EF}" srcId="{F8BD260E-4993-4145-AF1A-73503D005384}" destId="{B7A43350-3DA7-4987-AE73-A4F8AE583126}" srcOrd="2" destOrd="0" parTransId="{4FEE88A9-F300-4448-A505-E2334C0A02E6}" sibTransId="{B1666A0E-5D2A-4363-8496-17910E4198E8}"/>
    <dgm:cxn modelId="{DAFF62FD-0BF9-4107-88C5-614215681714}" type="presOf" srcId="{3F29B008-BFF2-4639-A8BA-62F5255E062E}" destId="{7FA8EF07-752B-470A-A2DD-258EAB033B29}" srcOrd="0" destOrd="9" presId="urn:microsoft.com/office/officeart/2005/8/layout/hList1"/>
    <dgm:cxn modelId="{2D506685-4AFA-4AF1-ACFC-39F4FABBA53B}" type="presOf" srcId="{D0B1629C-3037-4D2E-B7D4-E5D58963F41B}" destId="{466A1154-9CD7-44B1-9BCB-01469FF8F0A5}" srcOrd="0" destOrd="0" presId="urn:microsoft.com/office/officeart/2005/8/layout/hList1"/>
    <dgm:cxn modelId="{B1CCECCD-B31E-4D88-8090-C88D75987355}" srcId="{D0B1629C-3037-4D2E-B7D4-E5D58963F41B}" destId="{9203E455-B66E-4365-AB82-0082FCF2FFD6}" srcOrd="7" destOrd="0" parTransId="{E80B0099-86B9-443F-BFC2-3FF98E51FA82}" sibTransId="{B78363F6-B664-4682-AE7B-4A6601924E09}"/>
    <dgm:cxn modelId="{C4287044-FC0E-4191-A930-F632B974B13F}" type="presOf" srcId="{C2A24463-C086-492F-B70B-1C2FC20A54A3}" destId="{7FA8EF07-752B-470A-A2DD-258EAB033B29}" srcOrd="0" destOrd="7" presId="urn:microsoft.com/office/officeart/2005/8/layout/hList1"/>
    <dgm:cxn modelId="{910AEC4D-1D2F-49F9-98A5-5F418869479C}" type="presOf" srcId="{098496DC-318D-477A-8AD7-89CBB530B6F5}" destId="{779EB2CD-133D-48CE-8C6C-95E8F9370450}" srcOrd="0" destOrd="10" presId="urn:microsoft.com/office/officeart/2005/8/layout/hList1"/>
    <dgm:cxn modelId="{5BDD5B17-10C5-4D7B-9B55-33C529D2B8E2}" srcId="{B7A43350-3DA7-4987-AE73-A4F8AE583126}" destId="{3F29B008-BFF2-4639-A8BA-62F5255E062E}" srcOrd="9" destOrd="0" parTransId="{BB98466B-E761-4224-A990-564B958750F4}" sibTransId="{6F8FD0E0-B2E1-4BEB-BDB7-F0E6722E886C}"/>
    <dgm:cxn modelId="{342299B0-1AC4-48CB-903F-CEBA5CFF8699}" type="presOf" srcId="{49B28BF5-BD23-4A9A-822C-C490FDBCBA11}" destId="{779EB2CD-133D-48CE-8C6C-95E8F9370450}" srcOrd="0" destOrd="2" presId="urn:microsoft.com/office/officeart/2005/8/layout/hList1"/>
    <dgm:cxn modelId="{399B5944-C5D0-406A-AE53-AD1609BC8EBA}" srcId="{D0B1629C-3037-4D2E-B7D4-E5D58963F41B}" destId="{E6115D70-B93B-4BC1-A71B-10F57816530F}" srcOrd="1" destOrd="0" parTransId="{52D69C9E-4E8E-46DA-826E-752EA7D1399B}" sibTransId="{6F11D24D-90DB-40FC-A792-395B1FAE92F0}"/>
    <dgm:cxn modelId="{5D0443CC-A215-41A7-A62A-6E5351043EB5}" srcId="{B7A43350-3DA7-4987-AE73-A4F8AE583126}" destId="{139503F7-17AB-47BC-BECB-DE46F7CD5732}" srcOrd="11" destOrd="0" parTransId="{6A424EE5-F265-423D-885F-ACAD469055C3}" sibTransId="{085CA138-BEA7-484A-923F-0809B83BD294}"/>
    <dgm:cxn modelId="{A20DF09A-D4BF-406D-8EF7-E4B88A53F495}" type="presOf" srcId="{1669897B-32B5-4539-A9B7-6E59F7EAC8B1}" destId="{7FA8EF07-752B-470A-A2DD-258EAB033B29}" srcOrd="0" destOrd="5" presId="urn:microsoft.com/office/officeart/2005/8/layout/hList1"/>
    <dgm:cxn modelId="{5A8D39E1-4A43-441E-9FC0-0AA28635A591}" srcId="{85BF9231-4D2F-450E-9DDD-435C7A997B8C}" destId="{6A64C22D-BE8D-4665-A190-A8146253F81D}" srcOrd="4" destOrd="0" parTransId="{D9B31D48-8A8E-47F3-9956-9718CC35A49F}" sibTransId="{78F90337-F7AC-4094-BC7F-0B7313F7F42D}"/>
    <dgm:cxn modelId="{3570C056-C354-4BC6-966E-9BA6D1E81FEC}" srcId="{F8BD260E-4993-4145-AF1A-73503D005384}" destId="{D0B1629C-3037-4D2E-B7D4-E5D58963F41B}" srcOrd="0" destOrd="0" parTransId="{8684B795-D3FA-4896-8C34-B78E675EC430}" sibTransId="{E881E43C-C723-48A1-8F28-B76219C0703D}"/>
    <dgm:cxn modelId="{B7EBE14E-A47C-4D40-8D7D-1FB1CE0C05DB}" srcId="{85BF9231-4D2F-450E-9DDD-435C7A997B8C}" destId="{81E2AFE5-9684-4774-A06F-4041C7AEFE31}" srcOrd="7" destOrd="0" parTransId="{2811270F-2D97-4005-96E1-5A1031A11938}" sibTransId="{3DC0F8C6-FF7D-4C62-9256-1A8D524CB0A2}"/>
    <dgm:cxn modelId="{C2437DF1-8E09-4EEC-8D60-9F76FBCBB4D1}" srcId="{B7A43350-3DA7-4987-AE73-A4F8AE583126}" destId="{38A6C0B8-C062-4B1A-818D-FD1D7088F572}" srcOrd="0" destOrd="0" parTransId="{65547BD9-9F64-4F92-8DCB-3910DC18E67A}" sibTransId="{BF512F54-510B-4154-8D47-4CA1A39196FA}"/>
    <dgm:cxn modelId="{C76CB071-E8FF-4A96-9772-1F01F6FC3C0A}" type="presOf" srcId="{E5AED922-138C-4D89-ABAA-6BF0D8512046}" destId="{779EB2CD-133D-48CE-8C6C-95E8F9370450}" srcOrd="0" destOrd="8" presId="urn:microsoft.com/office/officeart/2005/8/layout/hList1"/>
    <dgm:cxn modelId="{7BDE5981-DBDC-4596-897B-D82933E37C1E}" type="presOf" srcId="{79527220-18B3-4676-9742-A22E934B7F0C}" destId="{99EA7A12-B82A-42AB-9AB9-6F8475F7E73F}" srcOrd="0" destOrd="3" presId="urn:microsoft.com/office/officeart/2005/8/layout/hList1"/>
    <dgm:cxn modelId="{2153FD62-1F29-499E-8F8F-641399020BE9}" type="presOf" srcId="{067FCF92-1FEF-4DD5-897A-E7259CD8718D}" destId="{99EA7A12-B82A-42AB-9AB9-6F8475F7E73F}" srcOrd="0" destOrd="10" presId="urn:microsoft.com/office/officeart/2005/8/layout/hList1"/>
    <dgm:cxn modelId="{3508295A-53FD-4FD1-BC51-68B99648AFB6}" srcId="{85BF9231-4D2F-450E-9DDD-435C7A997B8C}" destId="{66297992-85A8-4289-81E3-356BD0E66581}" srcOrd="0" destOrd="0" parTransId="{B0B7DA36-CB5A-4A4E-90D8-AE427C838C77}" sibTransId="{459F9F66-3CEF-460C-A50B-BE8A02558D60}"/>
    <dgm:cxn modelId="{C9031C58-3A42-4768-BF92-1021521D96D3}" type="presOf" srcId="{B7A43350-3DA7-4987-AE73-A4F8AE583126}" destId="{9D7FBFE8-A44A-4FAC-A82C-A901D4511D76}" srcOrd="0" destOrd="0" presId="urn:microsoft.com/office/officeart/2005/8/layout/hList1"/>
    <dgm:cxn modelId="{2CF6A6DF-20F7-40D6-A420-A4F78A5B70ED}" srcId="{B7A43350-3DA7-4987-AE73-A4F8AE583126}" destId="{C2A24463-C086-492F-B70B-1C2FC20A54A3}" srcOrd="7" destOrd="0" parTransId="{0C0A7E32-63B3-4906-80B6-496DB8915A83}" sibTransId="{F92EA5AE-7BD5-4C3B-9420-937E35EACF3E}"/>
    <dgm:cxn modelId="{3DDC5781-F170-4A5C-89A6-BDE5137C0E7D}" srcId="{D0B1629C-3037-4D2E-B7D4-E5D58963F41B}" destId="{2830FD9C-6125-45E2-AB00-AB55ECD8E319}" srcOrd="11" destOrd="0" parTransId="{D2471FC5-1251-41F1-90D8-88FA26D687D5}" sibTransId="{1C99099F-B9F5-4786-AF93-FDC559DD7C27}"/>
    <dgm:cxn modelId="{D1DB2D20-1422-4B06-9798-04214173431E}" srcId="{D0B1629C-3037-4D2E-B7D4-E5D58963F41B}" destId="{098496DC-318D-477A-8AD7-89CBB530B6F5}" srcOrd="10" destOrd="0" parTransId="{104C8F48-EFDA-462F-AE5D-AAFDA7862800}" sibTransId="{29A1E3BE-5755-4F66-801E-9B1F9EE51FB6}"/>
    <dgm:cxn modelId="{69023A89-2371-49F1-8583-C370B09E7892}" type="presOf" srcId="{FF7D3AF1-6B2C-4630-B4EB-4BC55CD57EB8}" destId="{99EA7A12-B82A-42AB-9AB9-6F8475F7E73F}" srcOrd="0" destOrd="2" presId="urn:microsoft.com/office/officeart/2005/8/layout/hList1"/>
    <dgm:cxn modelId="{2BA20C9A-D10E-416E-9E3E-B87266072C10}" srcId="{B7A43350-3DA7-4987-AE73-A4F8AE583126}" destId="{D661292B-F93D-4371-ABE8-EA88C7CE1DA3}" srcOrd="6" destOrd="0" parTransId="{F0291DE4-946E-47C0-A6E5-B1696E4AEFBE}" sibTransId="{B7023B65-1169-4536-9AE5-B1FAC8FADF9B}"/>
    <dgm:cxn modelId="{D7BCBFFD-F069-4590-BAD9-ACDEDF977C3F}" type="presOf" srcId="{BD1FFD0A-C505-4550-B6BA-E8FF49FAE2AC}" destId="{7FA8EF07-752B-470A-A2DD-258EAB033B29}" srcOrd="0" destOrd="1" presId="urn:microsoft.com/office/officeart/2005/8/layout/hList1"/>
    <dgm:cxn modelId="{3057E752-C2D2-4AB2-98C5-97FC16121690}" srcId="{B7A43350-3DA7-4987-AE73-A4F8AE583126}" destId="{115DECF7-918C-46D6-A460-595A04CEE027}" srcOrd="8" destOrd="0" parTransId="{DD7C45E2-B375-4C1C-9E8E-32FDA150357A}" sibTransId="{61A563D0-0D8A-4B94-BEA1-459215745489}"/>
    <dgm:cxn modelId="{119A9AFD-5644-4DB5-AFF3-8F9CE5B99BE9}" type="presOf" srcId="{F8BD260E-4993-4145-AF1A-73503D005384}" destId="{FEB36065-1954-414D-AE40-0379101646CE}" srcOrd="0" destOrd="0" presId="urn:microsoft.com/office/officeart/2005/8/layout/hList1"/>
    <dgm:cxn modelId="{9A4E7DE5-5642-409A-8598-C527DA2FB05F}" srcId="{B7A43350-3DA7-4987-AE73-A4F8AE583126}" destId="{BD1FFD0A-C505-4550-B6BA-E8FF49FAE2AC}" srcOrd="1" destOrd="0" parTransId="{DCDAE9D4-633C-4F98-9579-4224B4E27697}" sibTransId="{2DABE74F-0E19-4959-AC95-8963AF0C3ED1}"/>
    <dgm:cxn modelId="{7E1BFD20-4398-4ECC-B844-CC233707BC4B}" type="presOf" srcId="{519BD8FB-A2FB-4F4F-8E63-2846EDAF0CCA}" destId="{7FA8EF07-752B-470A-A2DD-258EAB033B29}" srcOrd="0" destOrd="3" presId="urn:microsoft.com/office/officeart/2005/8/layout/hList1"/>
    <dgm:cxn modelId="{544C4422-2328-4982-A8F3-53F6E5D50CF2}" srcId="{D0B1629C-3037-4D2E-B7D4-E5D58963F41B}" destId="{59541AE6-75C3-42FB-9D67-23BF86CFD195}" srcOrd="13" destOrd="0" parTransId="{41016995-9A2D-4F06-A026-2E67E11B4EC3}" sibTransId="{63339CDF-8335-440D-9613-912AFD40314B}"/>
    <dgm:cxn modelId="{4C010F81-5332-4A96-B37B-899B3130F6BB}" srcId="{85BF9231-4D2F-450E-9DDD-435C7A997B8C}" destId="{79527220-18B3-4676-9742-A22E934B7F0C}" srcOrd="3" destOrd="0" parTransId="{3818B8AE-CEB6-4124-9B45-ABDCE496F8FF}" sibTransId="{C1723536-348E-452F-B7EB-420D92EC1382}"/>
    <dgm:cxn modelId="{F5E48860-4988-437F-A0ED-93916E88551D}" type="presOf" srcId="{D661292B-F93D-4371-ABE8-EA88C7CE1DA3}" destId="{7FA8EF07-752B-470A-A2DD-258EAB033B29}" srcOrd="0" destOrd="6" presId="urn:microsoft.com/office/officeart/2005/8/layout/hList1"/>
    <dgm:cxn modelId="{C11112FA-24D1-4CD1-A8A2-70630C4B41B8}" srcId="{D0B1629C-3037-4D2E-B7D4-E5D58963F41B}" destId="{ED2FA642-D501-41AA-ADF3-69321B894CF1}" srcOrd="6" destOrd="0" parTransId="{786BEF7C-DFB5-4C78-A781-029F5BAD950B}" sibTransId="{BBC69C40-7743-4DC8-9018-5716CD10F79F}"/>
    <dgm:cxn modelId="{48C0E5EB-E38C-4272-B34C-6B45DCC91C31}" srcId="{F8BD260E-4993-4145-AF1A-73503D005384}" destId="{85BF9231-4D2F-450E-9DDD-435C7A997B8C}" srcOrd="1" destOrd="0" parTransId="{6B639FE9-E669-4B39-A423-D0D734BC1822}" sibTransId="{5C869F1D-7C33-4E8F-AFB7-B2D962F27022}"/>
    <dgm:cxn modelId="{90DB0F5F-77B8-44F1-879F-0BF7C1DD55CB}" srcId="{D0B1629C-3037-4D2E-B7D4-E5D58963F41B}" destId="{D37DF988-2FC5-4E95-B69D-14075C2D1406}" srcOrd="5" destOrd="0" parTransId="{87596DB6-A722-4EE3-9C73-17D28A3796BC}" sibTransId="{A777BE9D-3D10-4BDD-97B5-DCA0B96AE203}"/>
    <dgm:cxn modelId="{9740B9B6-EE5C-453A-8344-E85E4D69E142}" srcId="{B7A43350-3DA7-4987-AE73-A4F8AE583126}" destId="{28F41D94-7D4F-4CB1-BCEC-3B00FAC79677}" srcOrd="10" destOrd="0" parTransId="{B8E3735F-7BDD-4ED7-9035-E328226A30BF}" sibTransId="{1D3288AE-A603-47AB-96C6-EE086BCFEEC3}"/>
    <dgm:cxn modelId="{598ECCC6-2655-493E-85A6-EDE0490AE662}" type="presOf" srcId="{01D74849-117B-4E03-A38D-B9285BEE397C}" destId="{779EB2CD-133D-48CE-8C6C-95E8F9370450}" srcOrd="0" destOrd="12" presId="urn:microsoft.com/office/officeart/2005/8/layout/hList1"/>
    <dgm:cxn modelId="{EFE7BDD7-C470-42D0-A325-E4BB1C83377A}" srcId="{85BF9231-4D2F-450E-9DDD-435C7A997B8C}" destId="{FF7D3AF1-6B2C-4630-B4EB-4BC55CD57EB8}" srcOrd="2" destOrd="0" parTransId="{83A05185-528A-4C2F-92A1-9C49655387BD}" sibTransId="{48C60389-3A0F-4573-B43E-6FC590AA2442}"/>
    <dgm:cxn modelId="{1C5CFDF8-640C-4502-988B-D8518ED0C555}" srcId="{D0B1629C-3037-4D2E-B7D4-E5D58963F41B}" destId="{49B28BF5-BD23-4A9A-822C-C490FDBCBA11}" srcOrd="2" destOrd="0" parTransId="{B2B19451-60F2-4B40-B820-6F340D757933}" sibTransId="{140CE0C6-93BF-44DB-A87E-67CC9093B651}"/>
    <dgm:cxn modelId="{EC8DEB27-27CB-4A75-805E-AE60A740BE28}" srcId="{85BF9231-4D2F-450E-9DDD-435C7A997B8C}" destId="{067FCF92-1FEF-4DD5-897A-E7259CD8718D}" srcOrd="10" destOrd="0" parTransId="{FA1E9FE1-BE3A-4C82-97C9-F010AB21EA8B}" sibTransId="{3C1B3FB4-7A12-447D-9C74-80461401324F}"/>
    <dgm:cxn modelId="{2616BB55-0AD6-4897-804F-A6F474C071E5}" srcId="{D0B1629C-3037-4D2E-B7D4-E5D58963F41B}" destId="{3370E810-87E7-4605-B58C-CBE9FCF2567D}" srcOrd="9" destOrd="0" parTransId="{CAC35021-AF0F-4931-889E-17EECB41114C}" sibTransId="{749C59EB-B67F-4749-AC48-A0E1F8EC485A}"/>
    <dgm:cxn modelId="{F220A852-9408-4163-A051-0F9AB9589396}" type="presOf" srcId="{17FAAB3F-CDD3-4F5E-9D29-4B480A921C4A}" destId="{7FA8EF07-752B-470A-A2DD-258EAB033B29}" srcOrd="0" destOrd="2" presId="urn:microsoft.com/office/officeart/2005/8/layout/hList1"/>
    <dgm:cxn modelId="{B2EAB007-2C73-4F8B-BF57-AA1BE8214BE0}" srcId="{85BF9231-4D2F-450E-9DDD-435C7A997B8C}" destId="{C8B90118-9B68-40CE-B543-EC423064EF0C}" srcOrd="5" destOrd="0" parTransId="{32F58450-1467-4F44-8A2A-81C9A4BE09C6}" sibTransId="{BA207007-048F-4CCA-850F-617403F258A9}"/>
    <dgm:cxn modelId="{76CAEB56-5035-41B2-AA0F-A0B8B077AD12}" srcId="{85BF9231-4D2F-450E-9DDD-435C7A997B8C}" destId="{B4F1EAE4-057D-4F9B-96C2-8B7EC5B46A66}" srcOrd="1" destOrd="0" parTransId="{338513F9-52BB-43E3-BEAC-46AF7C3A4431}" sibTransId="{49A196F0-9841-4096-B6A4-9ADAE84CA2BC}"/>
    <dgm:cxn modelId="{DDEF9176-9B06-47B1-9E34-76FF10BF6209}" type="presOf" srcId="{28F41D94-7D4F-4CB1-BCEC-3B00FAC79677}" destId="{7FA8EF07-752B-470A-A2DD-258EAB033B29}" srcOrd="0" destOrd="10" presId="urn:microsoft.com/office/officeart/2005/8/layout/hList1"/>
    <dgm:cxn modelId="{28FE5D71-B0D7-425F-AF62-6AE46F92DF48}" type="presOf" srcId="{81E2AFE5-9684-4774-A06F-4041C7AEFE31}" destId="{99EA7A12-B82A-42AB-9AB9-6F8475F7E73F}" srcOrd="0" destOrd="7" presId="urn:microsoft.com/office/officeart/2005/8/layout/hList1"/>
    <dgm:cxn modelId="{E3BA0996-59B8-45D8-8595-EA25CED5D008}" type="presOf" srcId="{59541AE6-75C3-42FB-9D67-23BF86CFD195}" destId="{779EB2CD-133D-48CE-8C6C-95E8F9370450}" srcOrd="0" destOrd="13" presId="urn:microsoft.com/office/officeart/2005/8/layout/hList1"/>
    <dgm:cxn modelId="{55CC5759-F554-4985-8C79-84AA5250D8A4}" type="presOf" srcId="{A89EF653-A5E8-44D5-ACAD-02784F052C47}" destId="{99EA7A12-B82A-42AB-9AB9-6F8475F7E73F}" srcOrd="0" destOrd="8" presId="urn:microsoft.com/office/officeart/2005/8/layout/hList1"/>
    <dgm:cxn modelId="{E2109621-3D5D-4F2D-9482-EF70680843E9}" type="presOf" srcId="{ED2FA642-D501-41AA-ADF3-69321B894CF1}" destId="{779EB2CD-133D-48CE-8C6C-95E8F9370450}" srcOrd="0" destOrd="6" presId="urn:microsoft.com/office/officeart/2005/8/layout/hList1"/>
    <dgm:cxn modelId="{32F916B1-2962-4215-B959-549B07250979}" type="presOf" srcId="{6A64C22D-BE8D-4665-A190-A8146253F81D}" destId="{99EA7A12-B82A-42AB-9AB9-6F8475F7E73F}" srcOrd="0" destOrd="4" presId="urn:microsoft.com/office/officeart/2005/8/layout/hList1"/>
    <dgm:cxn modelId="{C3861D11-8AC1-4AAA-8B8D-EDF5CB5031A5}" type="presOf" srcId="{115DECF7-918C-46D6-A460-595A04CEE027}" destId="{7FA8EF07-752B-470A-A2DD-258EAB033B29}" srcOrd="0" destOrd="8" presId="urn:microsoft.com/office/officeart/2005/8/layout/hList1"/>
    <dgm:cxn modelId="{A95D7A7B-8D7E-492D-95EB-7028A8AF9C49}" srcId="{B7A43350-3DA7-4987-AE73-A4F8AE583126}" destId="{305E8175-A5CD-4B93-84EF-C6BE036E0F60}" srcOrd="4" destOrd="0" parTransId="{8ECDDE39-512A-49D5-963A-FC4E2F6E6725}" sibTransId="{596ABAE0-B190-481B-8AAF-900B8F07C44B}"/>
    <dgm:cxn modelId="{2201B44E-E93D-44E8-8059-47F9849C666D}" type="presParOf" srcId="{FEB36065-1954-414D-AE40-0379101646CE}" destId="{24E25FBE-D77A-46B8-BA66-4255697E4B46}" srcOrd="0" destOrd="0" presId="urn:microsoft.com/office/officeart/2005/8/layout/hList1"/>
    <dgm:cxn modelId="{817C7490-64F9-4E56-BF82-23A7E11C27F4}" type="presParOf" srcId="{24E25FBE-D77A-46B8-BA66-4255697E4B46}" destId="{466A1154-9CD7-44B1-9BCB-01469FF8F0A5}" srcOrd="0" destOrd="0" presId="urn:microsoft.com/office/officeart/2005/8/layout/hList1"/>
    <dgm:cxn modelId="{5D3F4FC8-7907-4E9A-A47E-079873747857}" type="presParOf" srcId="{24E25FBE-D77A-46B8-BA66-4255697E4B46}" destId="{779EB2CD-133D-48CE-8C6C-95E8F9370450}" srcOrd="1" destOrd="0" presId="urn:microsoft.com/office/officeart/2005/8/layout/hList1"/>
    <dgm:cxn modelId="{2BB1A76C-6A3A-4AD8-8C70-E4AD80BC67BA}" type="presParOf" srcId="{FEB36065-1954-414D-AE40-0379101646CE}" destId="{7618669F-D8E2-4862-88DF-D99C3D446AFC}" srcOrd="1" destOrd="0" presId="urn:microsoft.com/office/officeart/2005/8/layout/hList1"/>
    <dgm:cxn modelId="{A7442BA8-4123-400B-BAC9-D6F6DAA33697}" type="presParOf" srcId="{FEB36065-1954-414D-AE40-0379101646CE}" destId="{118B5DC3-2514-43E3-A228-A9DE3EADFAFB}" srcOrd="2" destOrd="0" presId="urn:microsoft.com/office/officeart/2005/8/layout/hList1"/>
    <dgm:cxn modelId="{E0F6E025-A2D1-4650-BA49-063734F9FFA6}" type="presParOf" srcId="{118B5DC3-2514-43E3-A228-A9DE3EADFAFB}" destId="{A7832014-47D9-4F5F-80CE-5C601B11FA64}" srcOrd="0" destOrd="0" presId="urn:microsoft.com/office/officeart/2005/8/layout/hList1"/>
    <dgm:cxn modelId="{E3CAC3AA-50F6-40D4-9057-228663F1CC3F}" type="presParOf" srcId="{118B5DC3-2514-43E3-A228-A9DE3EADFAFB}" destId="{99EA7A12-B82A-42AB-9AB9-6F8475F7E73F}" srcOrd="1" destOrd="0" presId="urn:microsoft.com/office/officeart/2005/8/layout/hList1"/>
    <dgm:cxn modelId="{6445433F-A43E-43C7-AF48-58A5D4C84C08}" type="presParOf" srcId="{FEB36065-1954-414D-AE40-0379101646CE}" destId="{DF817F7D-AB70-4DC7-8A7B-60E616E184F0}" srcOrd="3" destOrd="0" presId="urn:microsoft.com/office/officeart/2005/8/layout/hList1"/>
    <dgm:cxn modelId="{4B837D0F-84EE-4A01-B0C8-73961CEEF744}" type="presParOf" srcId="{FEB36065-1954-414D-AE40-0379101646CE}" destId="{2294B965-91EA-449C-88C9-25079887F3EB}" srcOrd="4" destOrd="0" presId="urn:microsoft.com/office/officeart/2005/8/layout/hList1"/>
    <dgm:cxn modelId="{C4CAA658-C396-4BB2-A750-42F768DED594}" type="presParOf" srcId="{2294B965-91EA-449C-88C9-25079887F3EB}" destId="{9D7FBFE8-A44A-4FAC-A82C-A901D4511D76}" srcOrd="0" destOrd="0" presId="urn:microsoft.com/office/officeart/2005/8/layout/hList1"/>
    <dgm:cxn modelId="{4C4EB4CE-9A55-456E-91E5-E05D69D0CDBA}" type="presParOf" srcId="{2294B965-91EA-449C-88C9-25079887F3EB}" destId="{7FA8EF07-752B-470A-A2DD-258EAB033B29}"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C5D4EA-72EB-480D-8959-159B779DA8B7}" type="doc">
      <dgm:prSet loTypeId="urn:microsoft.com/office/officeart/2005/8/layout/cycle2" loCatId="cycle" qsTypeId="urn:microsoft.com/office/officeart/2005/8/quickstyle/simple1" qsCatId="simple" csTypeId="urn:microsoft.com/office/officeart/2005/8/colors/colorful4" csCatId="colorful" phldr="1"/>
      <dgm:spPr/>
      <dgm:t>
        <a:bodyPr/>
        <a:lstStyle/>
        <a:p>
          <a:endParaRPr lang="tr-TR"/>
        </a:p>
      </dgm:t>
    </dgm:pt>
    <dgm:pt modelId="{1508318C-D5E6-43D8-9826-2639F3CC5259}">
      <dgm:prSet phldrT="[Metin]"/>
      <dgm:spPr/>
      <dgm:t>
        <a:bodyPr/>
        <a:lstStyle/>
        <a:p>
          <a:r>
            <a:rPr lang="tr-TR" b="1" dirty="0">
              <a:solidFill>
                <a:schemeClr val="tx1"/>
              </a:solidFill>
            </a:rPr>
            <a:t>OKUMA BECERİSİ</a:t>
          </a:r>
        </a:p>
      </dgm:t>
    </dgm:pt>
    <dgm:pt modelId="{6F44FBA1-8D50-4C67-B010-C51172388BED}" type="parTrans" cxnId="{C1DA5884-B604-488E-9322-749A70CFD1E1}">
      <dgm:prSet/>
      <dgm:spPr/>
      <dgm:t>
        <a:bodyPr/>
        <a:lstStyle/>
        <a:p>
          <a:endParaRPr lang="tr-TR"/>
        </a:p>
      </dgm:t>
    </dgm:pt>
    <dgm:pt modelId="{06093426-C215-42A8-89B9-115B484B8827}" type="sibTrans" cxnId="{C1DA5884-B604-488E-9322-749A70CFD1E1}">
      <dgm:prSet/>
      <dgm:spPr/>
      <dgm:t>
        <a:bodyPr/>
        <a:lstStyle/>
        <a:p>
          <a:endParaRPr lang="tr-TR"/>
        </a:p>
      </dgm:t>
    </dgm:pt>
    <dgm:pt modelId="{5EBB391F-D412-42E8-88D8-9BEF2CF1F847}">
      <dgm:prSet phldrT="[Metin]"/>
      <dgm:spPr/>
      <dgm:t>
        <a:bodyPr/>
        <a:lstStyle/>
        <a:p>
          <a:r>
            <a:rPr lang="tr-TR" b="1" dirty="0">
              <a:solidFill>
                <a:schemeClr val="tx1"/>
              </a:solidFill>
            </a:rPr>
            <a:t>1. Kod Çözme  ve Çözümleme </a:t>
          </a:r>
        </a:p>
      </dgm:t>
    </dgm:pt>
    <dgm:pt modelId="{B46FCA21-142F-486E-8FE9-C08BADCFBC38}" type="parTrans" cxnId="{4342DC71-70FE-400D-A572-6FB724D8956C}">
      <dgm:prSet/>
      <dgm:spPr/>
      <dgm:t>
        <a:bodyPr/>
        <a:lstStyle/>
        <a:p>
          <a:endParaRPr lang="tr-TR"/>
        </a:p>
      </dgm:t>
    </dgm:pt>
    <dgm:pt modelId="{B359D1C8-9085-4CA1-A44E-4960907139CC}" type="sibTrans" cxnId="{4342DC71-70FE-400D-A572-6FB724D8956C}">
      <dgm:prSet/>
      <dgm:spPr/>
      <dgm:t>
        <a:bodyPr/>
        <a:lstStyle/>
        <a:p>
          <a:endParaRPr lang="tr-TR"/>
        </a:p>
      </dgm:t>
    </dgm:pt>
    <dgm:pt modelId="{CAD20DC8-89ED-4CBA-9D53-E9EF7E8D7D3B}">
      <dgm:prSet phldrT="[Metin]"/>
      <dgm:spPr/>
      <dgm:t>
        <a:bodyPr/>
        <a:lstStyle/>
        <a:p>
          <a:r>
            <a:rPr lang="tr-TR" b="1" dirty="0">
              <a:solidFill>
                <a:schemeClr val="tx1"/>
              </a:solidFill>
            </a:rPr>
            <a:t>5. Akıl Yürütme ve Geçmiş Bilgiler</a:t>
          </a:r>
        </a:p>
      </dgm:t>
    </dgm:pt>
    <dgm:pt modelId="{FFACB141-C3BA-45E1-BB0E-B83111355C37}" type="parTrans" cxnId="{EAE02510-0B3D-40B8-B1A4-68624E0C9604}">
      <dgm:prSet/>
      <dgm:spPr/>
      <dgm:t>
        <a:bodyPr/>
        <a:lstStyle/>
        <a:p>
          <a:endParaRPr lang="tr-TR"/>
        </a:p>
      </dgm:t>
    </dgm:pt>
    <dgm:pt modelId="{0D79AFF8-F5F1-42FC-A982-9706D0F59984}" type="sibTrans" cxnId="{EAE02510-0B3D-40B8-B1A4-68624E0C9604}">
      <dgm:prSet/>
      <dgm:spPr/>
      <dgm:t>
        <a:bodyPr/>
        <a:lstStyle/>
        <a:p>
          <a:endParaRPr lang="tr-TR"/>
        </a:p>
      </dgm:t>
    </dgm:pt>
    <dgm:pt modelId="{FBEECE11-3A6C-4EE1-944F-8DAFC1063EAC}">
      <dgm:prSet phldrT="[Metin]"/>
      <dgm:spPr/>
      <dgm:t>
        <a:bodyPr/>
        <a:lstStyle/>
        <a:p>
          <a:r>
            <a:rPr lang="tr-TR" b="1" dirty="0">
              <a:solidFill>
                <a:schemeClr val="tx1"/>
              </a:solidFill>
            </a:rPr>
            <a:t>6. İşleyen Bellek ve Dikkat</a:t>
          </a:r>
        </a:p>
      </dgm:t>
    </dgm:pt>
    <dgm:pt modelId="{48AE897E-A30E-4693-B639-558DF6AE720E}" type="parTrans" cxnId="{C4ABB79F-34E0-45B6-AFCC-F5C377513647}">
      <dgm:prSet/>
      <dgm:spPr/>
      <dgm:t>
        <a:bodyPr/>
        <a:lstStyle/>
        <a:p>
          <a:endParaRPr lang="tr-TR"/>
        </a:p>
      </dgm:t>
    </dgm:pt>
    <dgm:pt modelId="{A48CC176-B9C9-4461-916F-C70425C43368}" type="sibTrans" cxnId="{C4ABB79F-34E0-45B6-AFCC-F5C377513647}">
      <dgm:prSet/>
      <dgm:spPr/>
      <dgm:t>
        <a:bodyPr/>
        <a:lstStyle/>
        <a:p>
          <a:endParaRPr lang="tr-TR"/>
        </a:p>
      </dgm:t>
    </dgm:pt>
    <dgm:pt modelId="{183A886C-B8A0-41FC-8ED5-C1028B993931}">
      <dgm:prSet/>
      <dgm:spPr/>
      <dgm:t>
        <a:bodyPr/>
        <a:lstStyle/>
        <a:p>
          <a:r>
            <a:rPr lang="tr-TR" b="1" dirty="0">
              <a:solidFill>
                <a:schemeClr val="tx1"/>
              </a:solidFill>
            </a:rPr>
            <a:t>4. Cümle Kurma ve Bağdaşıklık</a:t>
          </a:r>
        </a:p>
      </dgm:t>
    </dgm:pt>
    <dgm:pt modelId="{67548F0D-1ADC-4F4E-8E7E-8DD35D506DC6}" type="parTrans" cxnId="{EE2E125D-1D4C-47EF-A7AD-DEC1147ECA90}">
      <dgm:prSet/>
      <dgm:spPr/>
      <dgm:t>
        <a:bodyPr/>
        <a:lstStyle/>
        <a:p>
          <a:endParaRPr lang="tr-TR"/>
        </a:p>
      </dgm:t>
    </dgm:pt>
    <dgm:pt modelId="{EBD7DA39-B219-4298-BDF4-04A9F22AFB5C}" type="sibTrans" cxnId="{EE2E125D-1D4C-47EF-A7AD-DEC1147ECA90}">
      <dgm:prSet/>
      <dgm:spPr/>
      <dgm:t>
        <a:bodyPr/>
        <a:lstStyle/>
        <a:p>
          <a:endParaRPr lang="tr-TR"/>
        </a:p>
      </dgm:t>
    </dgm:pt>
    <dgm:pt modelId="{734C1F82-D4A1-42DD-A456-B2654372E7CD}">
      <dgm:prSet custT="1"/>
      <dgm:spPr/>
      <dgm:t>
        <a:bodyPr/>
        <a:lstStyle/>
        <a:p>
          <a:r>
            <a:rPr lang="tr-TR" sz="1400" b="1" dirty="0">
              <a:solidFill>
                <a:schemeClr val="tx1"/>
              </a:solidFill>
            </a:rPr>
            <a:t>3. Sözcük Bilgisi</a:t>
          </a:r>
        </a:p>
      </dgm:t>
    </dgm:pt>
    <dgm:pt modelId="{678743A0-BF32-487B-885B-C75027927CC7}" type="parTrans" cxnId="{7558C121-4A59-4DE3-992F-29B4F7684518}">
      <dgm:prSet/>
      <dgm:spPr/>
      <dgm:t>
        <a:bodyPr/>
        <a:lstStyle/>
        <a:p>
          <a:endParaRPr lang="tr-TR"/>
        </a:p>
      </dgm:t>
    </dgm:pt>
    <dgm:pt modelId="{C32307C0-840F-47B3-9ECA-FDA609D4A04B}" type="sibTrans" cxnId="{7558C121-4A59-4DE3-992F-29B4F7684518}">
      <dgm:prSet/>
      <dgm:spPr/>
      <dgm:t>
        <a:bodyPr/>
        <a:lstStyle/>
        <a:p>
          <a:endParaRPr lang="tr-TR"/>
        </a:p>
      </dgm:t>
    </dgm:pt>
    <dgm:pt modelId="{423FC60B-AE94-4E32-ACAA-B0705750A336}">
      <dgm:prSet custT="1"/>
      <dgm:spPr/>
      <dgm:t>
        <a:bodyPr/>
        <a:lstStyle/>
        <a:p>
          <a:r>
            <a:rPr lang="tr-TR" sz="1400" b="1" dirty="0">
              <a:solidFill>
                <a:schemeClr val="tx1"/>
              </a:solidFill>
            </a:rPr>
            <a:t>2. Akıcılık</a:t>
          </a:r>
        </a:p>
      </dgm:t>
    </dgm:pt>
    <dgm:pt modelId="{95782D3A-7E9F-45B0-9587-F128CE8F0905}" type="parTrans" cxnId="{3CB9033A-B819-4196-94F2-0540A3DD25E6}">
      <dgm:prSet/>
      <dgm:spPr/>
      <dgm:t>
        <a:bodyPr/>
        <a:lstStyle/>
        <a:p>
          <a:endParaRPr lang="tr-TR"/>
        </a:p>
      </dgm:t>
    </dgm:pt>
    <dgm:pt modelId="{B9CB0A00-D6F0-490D-ACF9-D7327042DEF0}" type="sibTrans" cxnId="{3CB9033A-B819-4196-94F2-0540A3DD25E6}">
      <dgm:prSet/>
      <dgm:spPr/>
      <dgm:t>
        <a:bodyPr/>
        <a:lstStyle/>
        <a:p>
          <a:endParaRPr lang="tr-TR"/>
        </a:p>
      </dgm:t>
    </dgm:pt>
    <dgm:pt modelId="{AD41E00A-B9F2-437A-9BFB-34F5684BC691}" type="pres">
      <dgm:prSet presAssocID="{11C5D4EA-72EB-480D-8959-159B779DA8B7}" presName="cycle" presStyleCnt="0">
        <dgm:presLayoutVars>
          <dgm:dir/>
          <dgm:resizeHandles val="exact"/>
        </dgm:presLayoutVars>
      </dgm:prSet>
      <dgm:spPr/>
      <dgm:t>
        <a:bodyPr/>
        <a:lstStyle/>
        <a:p>
          <a:endParaRPr lang="tr-TR"/>
        </a:p>
      </dgm:t>
    </dgm:pt>
    <dgm:pt modelId="{87D33698-6178-4676-AD32-0B51064ADB86}" type="pres">
      <dgm:prSet presAssocID="{1508318C-D5E6-43D8-9826-2639F3CC5259}" presName="node" presStyleLbl="node1" presStyleIdx="0" presStyleCnt="7">
        <dgm:presLayoutVars>
          <dgm:bulletEnabled val="1"/>
        </dgm:presLayoutVars>
      </dgm:prSet>
      <dgm:spPr/>
      <dgm:t>
        <a:bodyPr/>
        <a:lstStyle/>
        <a:p>
          <a:endParaRPr lang="tr-TR"/>
        </a:p>
      </dgm:t>
    </dgm:pt>
    <dgm:pt modelId="{0FAFB2A4-486B-4157-BB9E-29ABFE712C4B}" type="pres">
      <dgm:prSet presAssocID="{06093426-C215-42A8-89B9-115B484B8827}" presName="sibTrans" presStyleLbl="sibTrans2D1" presStyleIdx="0" presStyleCnt="7"/>
      <dgm:spPr/>
      <dgm:t>
        <a:bodyPr/>
        <a:lstStyle/>
        <a:p>
          <a:endParaRPr lang="tr-TR"/>
        </a:p>
      </dgm:t>
    </dgm:pt>
    <dgm:pt modelId="{242B7BF0-9B3F-413E-BD2D-E91A79DD0775}" type="pres">
      <dgm:prSet presAssocID="{06093426-C215-42A8-89B9-115B484B8827}" presName="connectorText" presStyleLbl="sibTrans2D1" presStyleIdx="0" presStyleCnt="7"/>
      <dgm:spPr/>
      <dgm:t>
        <a:bodyPr/>
        <a:lstStyle/>
        <a:p>
          <a:endParaRPr lang="tr-TR"/>
        </a:p>
      </dgm:t>
    </dgm:pt>
    <dgm:pt modelId="{2C79A50A-E3A9-4C9A-9BB2-2B5A68CED9D0}" type="pres">
      <dgm:prSet presAssocID="{5EBB391F-D412-42E8-88D8-9BEF2CF1F847}" presName="node" presStyleLbl="node1" presStyleIdx="1" presStyleCnt="7">
        <dgm:presLayoutVars>
          <dgm:bulletEnabled val="1"/>
        </dgm:presLayoutVars>
      </dgm:prSet>
      <dgm:spPr/>
      <dgm:t>
        <a:bodyPr/>
        <a:lstStyle/>
        <a:p>
          <a:endParaRPr lang="tr-TR"/>
        </a:p>
      </dgm:t>
    </dgm:pt>
    <dgm:pt modelId="{14044867-D76C-42E4-90F0-31FF88C71D7E}" type="pres">
      <dgm:prSet presAssocID="{B359D1C8-9085-4CA1-A44E-4960907139CC}" presName="sibTrans" presStyleLbl="sibTrans2D1" presStyleIdx="1" presStyleCnt="7"/>
      <dgm:spPr/>
      <dgm:t>
        <a:bodyPr/>
        <a:lstStyle/>
        <a:p>
          <a:endParaRPr lang="tr-TR"/>
        </a:p>
      </dgm:t>
    </dgm:pt>
    <dgm:pt modelId="{9B90171B-6CBD-47D3-A9D2-7FC41E6F43E7}" type="pres">
      <dgm:prSet presAssocID="{B359D1C8-9085-4CA1-A44E-4960907139CC}" presName="connectorText" presStyleLbl="sibTrans2D1" presStyleIdx="1" presStyleCnt="7"/>
      <dgm:spPr/>
      <dgm:t>
        <a:bodyPr/>
        <a:lstStyle/>
        <a:p>
          <a:endParaRPr lang="tr-TR"/>
        </a:p>
      </dgm:t>
    </dgm:pt>
    <dgm:pt modelId="{471F1C85-A88D-45B5-A0CB-A73662E05434}" type="pres">
      <dgm:prSet presAssocID="{423FC60B-AE94-4E32-ACAA-B0705750A336}" presName="node" presStyleLbl="node1" presStyleIdx="2" presStyleCnt="7">
        <dgm:presLayoutVars>
          <dgm:bulletEnabled val="1"/>
        </dgm:presLayoutVars>
      </dgm:prSet>
      <dgm:spPr/>
      <dgm:t>
        <a:bodyPr/>
        <a:lstStyle/>
        <a:p>
          <a:endParaRPr lang="tr-TR"/>
        </a:p>
      </dgm:t>
    </dgm:pt>
    <dgm:pt modelId="{0A593301-CF2D-4DE3-9B3A-068EF0301AD9}" type="pres">
      <dgm:prSet presAssocID="{B9CB0A00-D6F0-490D-ACF9-D7327042DEF0}" presName="sibTrans" presStyleLbl="sibTrans2D1" presStyleIdx="2" presStyleCnt="7"/>
      <dgm:spPr/>
      <dgm:t>
        <a:bodyPr/>
        <a:lstStyle/>
        <a:p>
          <a:endParaRPr lang="tr-TR"/>
        </a:p>
      </dgm:t>
    </dgm:pt>
    <dgm:pt modelId="{02C885DE-77AB-47F9-AC74-1DA89EE038C7}" type="pres">
      <dgm:prSet presAssocID="{B9CB0A00-D6F0-490D-ACF9-D7327042DEF0}" presName="connectorText" presStyleLbl="sibTrans2D1" presStyleIdx="2" presStyleCnt="7"/>
      <dgm:spPr/>
      <dgm:t>
        <a:bodyPr/>
        <a:lstStyle/>
        <a:p>
          <a:endParaRPr lang="tr-TR"/>
        </a:p>
      </dgm:t>
    </dgm:pt>
    <dgm:pt modelId="{D0E738F9-3D37-434E-8D40-34BED98CFA63}" type="pres">
      <dgm:prSet presAssocID="{734C1F82-D4A1-42DD-A456-B2654372E7CD}" presName="node" presStyleLbl="node1" presStyleIdx="3" presStyleCnt="7">
        <dgm:presLayoutVars>
          <dgm:bulletEnabled val="1"/>
        </dgm:presLayoutVars>
      </dgm:prSet>
      <dgm:spPr/>
      <dgm:t>
        <a:bodyPr/>
        <a:lstStyle/>
        <a:p>
          <a:endParaRPr lang="tr-TR"/>
        </a:p>
      </dgm:t>
    </dgm:pt>
    <dgm:pt modelId="{BC091E3D-B96D-4E98-A3E8-6B2C8822ACB7}" type="pres">
      <dgm:prSet presAssocID="{C32307C0-840F-47B3-9ECA-FDA609D4A04B}" presName="sibTrans" presStyleLbl="sibTrans2D1" presStyleIdx="3" presStyleCnt="7"/>
      <dgm:spPr/>
      <dgm:t>
        <a:bodyPr/>
        <a:lstStyle/>
        <a:p>
          <a:endParaRPr lang="tr-TR"/>
        </a:p>
      </dgm:t>
    </dgm:pt>
    <dgm:pt modelId="{1F99C0E5-D971-4DCE-A455-03268E394EAE}" type="pres">
      <dgm:prSet presAssocID="{C32307C0-840F-47B3-9ECA-FDA609D4A04B}" presName="connectorText" presStyleLbl="sibTrans2D1" presStyleIdx="3" presStyleCnt="7"/>
      <dgm:spPr/>
      <dgm:t>
        <a:bodyPr/>
        <a:lstStyle/>
        <a:p>
          <a:endParaRPr lang="tr-TR"/>
        </a:p>
      </dgm:t>
    </dgm:pt>
    <dgm:pt modelId="{F6134B7A-DED3-412D-B935-8240E377A8AE}" type="pres">
      <dgm:prSet presAssocID="{183A886C-B8A0-41FC-8ED5-C1028B993931}" presName="node" presStyleLbl="node1" presStyleIdx="4" presStyleCnt="7">
        <dgm:presLayoutVars>
          <dgm:bulletEnabled val="1"/>
        </dgm:presLayoutVars>
      </dgm:prSet>
      <dgm:spPr/>
      <dgm:t>
        <a:bodyPr/>
        <a:lstStyle/>
        <a:p>
          <a:endParaRPr lang="tr-TR"/>
        </a:p>
      </dgm:t>
    </dgm:pt>
    <dgm:pt modelId="{3319E705-7414-4331-A5D0-A720452F2349}" type="pres">
      <dgm:prSet presAssocID="{EBD7DA39-B219-4298-BDF4-04A9F22AFB5C}" presName="sibTrans" presStyleLbl="sibTrans2D1" presStyleIdx="4" presStyleCnt="7"/>
      <dgm:spPr/>
      <dgm:t>
        <a:bodyPr/>
        <a:lstStyle/>
        <a:p>
          <a:endParaRPr lang="tr-TR"/>
        </a:p>
      </dgm:t>
    </dgm:pt>
    <dgm:pt modelId="{28B052A9-1F5B-445A-9B5D-95CCD83CB023}" type="pres">
      <dgm:prSet presAssocID="{EBD7DA39-B219-4298-BDF4-04A9F22AFB5C}" presName="connectorText" presStyleLbl="sibTrans2D1" presStyleIdx="4" presStyleCnt="7"/>
      <dgm:spPr/>
      <dgm:t>
        <a:bodyPr/>
        <a:lstStyle/>
        <a:p>
          <a:endParaRPr lang="tr-TR"/>
        </a:p>
      </dgm:t>
    </dgm:pt>
    <dgm:pt modelId="{2836FCFB-81AA-4C64-BD6B-8B8BDEECA25A}" type="pres">
      <dgm:prSet presAssocID="{CAD20DC8-89ED-4CBA-9D53-E9EF7E8D7D3B}" presName="node" presStyleLbl="node1" presStyleIdx="5" presStyleCnt="7">
        <dgm:presLayoutVars>
          <dgm:bulletEnabled val="1"/>
        </dgm:presLayoutVars>
      </dgm:prSet>
      <dgm:spPr/>
      <dgm:t>
        <a:bodyPr/>
        <a:lstStyle/>
        <a:p>
          <a:endParaRPr lang="tr-TR"/>
        </a:p>
      </dgm:t>
    </dgm:pt>
    <dgm:pt modelId="{59FA8384-267B-4D40-A23B-FB8BB17BAC84}" type="pres">
      <dgm:prSet presAssocID="{0D79AFF8-F5F1-42FC-A982-9706D0F59984}" presName="sibTrans" presStyleLbl="sibTrans2D1" presStyleIdx="5" presStyleCnt="7"/>
      <dgm:spPr/>
      <dgm:t>
        <a:bodyPr/>
        <a:lstStyle/>
        <a:p>
          <a:endParaRPr lang="tr-TR"/>
        </a:p>
      </dgm:t>
    </dgm:pt>
    <dgm:pt modelId="{96A4B3A2-3BD3-4E39-9E59-A288CCBBCBB9}" type="pres">
      <dgm:prSet presAssocID="{0D79AFF8-F5F1-42FC-A982-9706D0F59984}" presName="connectorText" presStyleLbl="sibTrans2D1" presStyleIdx="5" presStyleCnt="7"/>
      <dgm:spPr/>
      <dgm:t>
        <a:bodyPr/>
        <a:lstStyle/>
        <a:p>
          <a:endParaRPr lang="tr-TR"/>
        </a:p>
      </dgm:t>
    </dgm:pt>
    <dgm:pt modelId="{6D55514F-4167-478D-AB94-04B0C92DFC1A}" type="pres">
      <dgm:prSet presAssocID="{FBEECE11-3A6C-4EE1-944F-8DAFC1063EAC}" presName="node" presStyleLbl="node1" presStyleIdx="6" presStyleCnt="7">
        <dgm:presLayoutVars>
          <dgm:bulletEnabled val="1"/>
        </dgm:presLayoutVars>
      </dgm:prSet>
      <dgm:spPr/>
      <dgm:t>
        <a:bodyPr/>
        <a:lstStyle/>
        <a:p>
          <a:endParaRPr lang="tr-TR"/>
        </a:p>
      </dgm:t>
    </dgm:pt>
    <dgm:pt modelId="{4ABB9345-C3B2-4FB7-8524-135A6E2E8542}" type="pres">
      <dgm:prSet presAssocID="{A48CC176-B9C9-4461-916F-C70425C43368}" presName="sibTrans" presStyleLbl="sibTrans2D1" presStyleIdx="6" presStyleCnt="7"/>
      <dgm:spPr/>
      <dgm:t>
        <a:bodyPr/>
        <a:lstStyle/>
        <a:p>
          <a:endParaRPr lang="tr-TR"/>
        </a:p>
      </dgm:t>
    </dgm:pt>
    <dgm:pt modelId="{FACAD120-B234-4447-9B49-29919C65E0EB}" type="pres">
      <dgm:prSet presAssocID="{A48CC176-B9C9-4461-916F-C70425C43368}" presName="connectorText" presStyleLbl="sibTrans2D1" presStyleIdx="6" presStyleCnt="7"/>
      <dgm:spPr/>
      <dgm:t>
        <a:bodyPr/>
        <a:lstStyle/>
        <a:p>
          <a:endParaRPr lang="tr-TR"/>
        </a:p>
      </dgm:t>
    </dgm:pt>
  </dgm:ptLst>
  <dgm:cxnLst>
    <dgm:cxn modelId="{7558C121-4A59-4DE3-992F-29B4F7684518}" srcId="{11C5D4EA-72EB-480D-8959-159B779DA8B7}" destId="{734C1F82-D4A1-42DD-A456-B2654372E7CD}" srcOrd="3" destOrd="0" parTransId="{678743A0-BF32-487B-885B-C75027927CC7}" sibTransId="{C32307C0-840F-47B3-9ECA-FDA609D4A04B}"/>
    <dgm:cxn modelId="{475B99B5-FEE2-44C4-BB62-B2D03E98BFFD}" type="presOf" srcId="{A48CC176-B9C9-4461-916F-C70425C43368}" destId="{FACAD120-B234-4447-9B49-29919C65E0EB}" srcOrd="1" destOrd="0" presId="urn:microsoft.com/office/officeart/2005/8/layout/cycle2"/>
    <dgm:cxn modelId="{A9215E80-1032-44BD-A98B-DFFFF8F8E680}" type="presOf" srcId="{0D79AFF8-F5F1-42FC-A982-9706D0F59984}" destId="{96A4B3A2-3BD3-4E39-9E59-A288CCBBCBB9}" srcOrd="1" destOrd="0" presId="urn:microsoft.com/office/officeart/2005/8/layout/cycle2"/>
    <dgm:cxn modelId="{C2088689-8242-4B20-9A04-3E8E6409CBD6}" type="presOf" srcId="{EBD7DA39-B219-4298-BDF4-04A9F22AFB5C}" destId="{3319E705-7414-4331-A5D0-A720452F2349}" srcOrd="0" destOrd="0" presId="urn:microsoft.com/office/officeart/2005/8/layout/cycle2"/>
    <dgm:cxn modelId="{101648EE-9E2C-4744-B14C-4A7ACA2DB87B}" type="presOf" srcId="{06093426-C215-42A8-89B9-115B484B8827}" destId="{0FAFB2A4-486B-4157-BB9E-29ABFE712C4B}" srcOrd="0" destOrd="0" presId="urn:microsoft.com/office/officeart/2005/8/layout/cycle2"/>
    <dgm:cxn modelId="{A2B99B8B-003C-4446-BFA1-5C7528EC0401}" type="presOf" srcId="{11C5D4EA-72EB-480D-8959-159B779DA8B7}" destId="{AD41E00A-B9F2-437A-9BFB-34F5684BC691}" srcOrd="0" destOrd="0" presId="urn:microsoft.com/office/officeart/2005/8/layout/cycle2"/>
    <dgm:cxn modelId="{EAE02510-0B3D-40B8-B1A4-68624E0C9604}" srcId="{11C5D4EA-72EB-480D-8959-159B779DA8B7}" destId="{CAD20DC8-89ED-4CBA-9D53-E9EF7E8D7D3B}" srcOrd="5" destOrd="0" parTransId="{FFACB141-C3BA-45E1-BB0E-B83111355C37}" sibTransId="{0D79AFF8-F5F1-42FC-A982-9706D0F59984}"/>
    <dgm:cxn modelId="{5E9E6241-0A66-4167-B5FF-97A93E63E77D}" type="presOf" srcId="{C32307C0-840F-47B3-9ECA-FDA609D4A04B}" destId="{BC091E3D-B96D-4E98-A3E8-6B2C8822ACB7}" srcOrd="0" destOrd="0" presId="urn:microsoft.com/office/officeart/2005/8/layout/cycle2"/>
    <dgm:cxn modelId="{9818E058-884B-4700-BB9E-03EC0711421B}" type="presOf" srcId="{B9CB0A00-D6F0-490D-ACF9-D7327042DEF0}" destId="{0A593301-CF2D-4DE3-9B3A-068EF0301AD9}" srcOrd="0" destOrd="0" presId="urn:microsoft.com/office/officeart/2005/8/layout/cycle2"/>
    <dgm:cxn modelId="{C4ABB79F-34E0-45B6-AFCC-F5C377513647}" srcId="{11C5D4EA-72EB-480D-8959-159B779DA8B7}" destId="{FBEECE11-3A6C-4EE1-944F-8DAFC1063EAC}" srcOrd="6" destOrd="0" parTransId="{48AE897E-A30E-4693-B639-558DF6AE720E}" sibTransId="{A48CC176-B9C9-4461-916F-C70425C43368}"/>
    <dgm:cxn modelId="{ABEFBE0C-1F2C-414C-95FC-6BA20E6D610F}" type="presOf" srcId="{1508318C-D5E6-43D8-9826-2639F3CC5259}" destId="{87D33698-6178-4676-AD32-0B51064ADB86}" srcOrd="0" destOrd="0" presId="urn:microsoft.com/office/officeart/2005/8/layout/cycle2"/>
    <dgm:cxn modelId="{2C520315-4AE3-442B-A3AA-302611EE9B1F}" type="presOf" srcId="{B359D1C8-9085-4CA1-A44E-4960907139CC}" destId="{9B90171B-6CBD-47D3-A9D2-7FC41E6F43E7}" srcOrd="1" destOrd="0" presId="urn:microsoft.com/office/officeart/2005/8/layout/cycle2"/>
    <dgm:cxn modelId="{281BA7EE-C5B2-41F0-8174-C6325711F686}" type="presOf" srcId="{0D79AFF8-F5F1-42FC-A982-9706D0F59984}" destId="{59FA8384-267B-4D40-A23B-FB8BB17BAC84}" srcOrd="0" destOrd="0" presId="urn:microsoft.com/office/officeart/2005/8/layout/cycle2"/>
    <dgm:cxn modelId="{823C726F-72B6-4E29-9DE4-F88D5EDD215E}" type="presOf" srcId="{EBD7DA39-B219-4298-BDF4-04A9F22AFB5C}" destId="{28B052A9-1F5B-445A-9B5D-95CCD83CB023}" srcOrd="1" destOrd="0" presId="urn:microsoft.com/office/officeart/2005/8/layout/cycle2"/>
    <dgm:cxn modelId="{18365D22-320E-4274-AC7F-0BDB21408940}" type="presOf" srcId="{06093426-C215-42A8-89B9-115B484B8827}" destId="{242B7BF0-9B3F-413E-BD2D-E91A79DD0775}" srcOrd="1" destOrd="0" presId="urn:microsoft.com/office/officeart/2005/8/layout/cycle2"/>
    <dgm:cxn modelId="{A1E0C9BB-9BBA-4211-8970-A7CB829C591B}" type="presOf" srcId="{CAD20DC8-89ED-4CBA-9D53-E9EF7E8D7D3B}" destId="{2836FCFB-81AA-4C64-BD6B-8B8BDEECA25A}" srcOrd="0" destOrd="0" presId="urn:microsoft.com/office/officeart/2005/8/layout/cycle2"/>
    <dgm:cxn modelId="{15F8F612-63C1-4F91-8E1A-15AA10DDDA0D}" type="presOf" srcId="{B9CB0A00-D6F0-490D-ACF9-D7327042DEF0}" destId="{02C885DE-77AB-47F9-AC74-1DA89EE038C7}" srcOrd="1" destOrd="0" presId="urn:microsoft.com/office/officeart/2005/8/layout/cycle2"/>
    <dgm:cxn modelId="{B5D29698-A287-497F-AFFD-D44200947AA9}" type="presOf" srcId="{5EBB391F-D412-42E8-88D8-9BEF2CF1F847}" destId="{2C79A50A-E3A9-4C9A-9BB2-2B5A68CED9D0}" srcOrd="0" destOrd="0" presId="urn:microsoft.com/office/officeart/2005/8/layout/cycle2"/>
    <dgm:cxn modelId="{C1DA5884-B604-488E-9322-749A70CFD1E1}" srcId="{11C5D4EA-72EB-480D-8959-159B779DA8B7}" destId="{1508318C-D5E6-43D8-9826-2639F3CC5259}" srcOrd="0" destOrd="0" parTransId="{6F44FBA1-8D50-4C67-B010-C51172388BED}" sibTransId="{06093426-C215-42A8-89B9-115B484B8827}"/>
    <dgm:cxn modelId="{98DA1B13-69E3-4CB9-A121-A0B26DBF3A65}" type="presOf" srcId="{FBEECE11-3A6C-4EE1-944F-8DAFC1063EAC}" destId="{6D55514F-4167-478D-AB94-04B0C92DFC1A}" srcOrd="0" destOrd="0" presId="urn:microsoft.com/office/officeart/2005/8/layout/cycle2"/>
    <dgm:cxn modelId="{FB47277E-5B7E-454B-90DB-EDEDE949D85A}" type="presOf" srcId="{183A886C-B8A0-41FC-8ED5-C1028B993931}" destId="{F6134B7A-DED3-412D-B935-8240E377A8AE}" srcOrd="0" destOrd="0" presId="urn:microsoft.com/office/officeart/2005/8/layout/cycle2"/>
    <dgm:cxn modelId="{4342DC71-70FE-400D-A572-6FB724D8956C}" srcId="{11C5D4EA-72EB-480D-8959-159B779DA8B7}" destId="{5EBB391F-D412-42E8-88D8-9BEF2CF1F847}" srcOrd="1" destOrd="0" parTransId="{B46FCA21-142F-486E-8FE9-C08BADCFBC38}" sibTransId="{B359D1C8-9085-4CA1-A44E-4960907139CC}"/>
    <dgm:cxn modelId="{DE661252-B320-4EF0-9B63-68B5338FE3B3}" type="presOf" srcId="{A48CC176-B9C9-4461-916F-C70425C43368}" destId="{4ABB9345-C3B2-4FB7-8524-135A6E2E8542}" srcOrd="0" destOrd="0" presId="urn:microsoft.com/office/officeart/2005/8/layout/cycle2"/>
    <dgm:cxn modelId="{EC4E7286-7DD1-45FF-91C0-77F1BC106213}" type="presOf" srcId="{734C1F82-D4A1-42DD-A456-B2654372E7CD}" destId="{D0E738F9-3D37-434E-8D40-34BED98CFA63}" srcOrd="0" destOrd="0" presId="urn:microsoft.com/office/officeart/2005/8/layout/cycle2"/>
    <dgm:cxn modelId="{EE2E125D-1D4C-47EF-A7AD-DEC1147ECA90}" srcId="{11C5D4EA-72EB-480D-8959-159B779DA8B7}" destId="{183A886C-B8A0-41FC-8ED5-C1028B993931}" srcOrd="4" destOrd="0" parTransId="{67548F0D-1ADC-4F4E-8E7E-8DD35D506DC6}" sibTransId="{EBD7DA39-B219-4298-BDF4-04A9F22AFB5C}"/>
    <dgm:cxn modelId="{B625BF45-DA9C-4574-9F89-E15AA3898D4E}" type="presOf" srcId="{B359D1C8-9085-4CA1-A44E-4960907139CC}" destId="{14044867-D76C-42E4-90F0-31FF88C71D7E}" srcOrd="0" destOrd="0" presId="urn:microsoft.com/office/officeart/2005/8/layout/cycle2"/>
    <dgm:cxn modelId="{8E0982CB-17CA-4C7C-820F-63A9E455CF1E}" type="presOf" srcId="{423FC60B-AE94-4E32-ACAA-B0705750A336}" destId="{471F1C85-A88D-45B5-A0CB-A73662E05434}" srcOrd="0" destOrd="0" presId="urn:microsoft.com/office/officeart/2005/8/layout/cycle2"/>
    <dgm:cxn modelId="{B5964964-60DD-4A7E-8BDC-03964FC643E3}" type="presOf" srcId="{C32307C0-840F-47B3-9ECA-FDA609D4A04B}" destId="{1F99C0E5-D971-4DCE-A455-03268E394EAE}" srcOrd="1" destOrd="0" presId="urn:microsoft.com/office/officeart/2005/8/layout/cycle2"/>
    <dgm:cxn modelId="{3CB9033A-B819-4196-94F2-0540A3DD25E6}" srcId="{11C5D4EA-72EB-480D-8959-159B779DA8B7}" destId="{423FC60B-AE94-4E32-ACAA-B0705750A336}" srcOrd="2" destOrd="0" parTransId="{95782D3A-7E9F-45B0-9587-F128CE8F0905}" sibTransId="{B9CB0A00-D6F0-490D-ACF9-D7327042DEF0}"/>
    <dgm:cxn modelId="{77312348-4850-4773-8631-9F20F77CF674}" type="presParOf" srcId="{AD41E00A-B9F2-437A-9BFB-34F5684BC691}" destId="{87D33698-6178-4676-AD32-0B51064ADB86}" srcOrd="0" destOrd="0" presId="urn:microsoft.com/office/officeart/2005/8/layout/cycle2"/>
    <dgm:cxn modelId="{C7C2A005-86E1-42E6-8BEB-6BDC8CE9B597}" type="presParOf" srcId="{AD41E00A-B9F2-437A-9BFB-34F5684BC691}" destId="{0FAFB2A4-486B-4157-BB9E-29ABFE712C4B}" srcOrd="1" destOrd="0" presId="urn:microsoft.com/office/officeart/2005/8/layout/cycle2"/>
    <dgm:cxn modelId="{A405604B-D438-4F4B-B729-A87C0CC895A4}" type="presParOf" srcId="{0FAFB2A4-486B-4157-BB9E-29ABFE712C4B}" destId="{242B7BF0-9B3F-413E-BD2D-E91A79DD0775}" srcOrd="0" destOrd="0" presId="urn:microsoft.com/office/officeart/2005/8/layout/cycle2"/>
    <dgm:cxn modelId="{2CAF013D-A50F-43D8-BAA1-C639AAE366C0}" type="presParOf" srcId="{AD41E00A-B9F2-437A-9BFB-34F5684BC691}" destId="{2C79A50A-E3A9-4C9A-9BB2-2B5A68CED9D0}" srcOrd="2" destOrd="0" presId="urn:microsoft.com/office/officeart/2005/8/layout/cycle2"/>
    <dgm:cxn modelId="{FE828E81-F6A4-4432-9BAC-E891B855D3FB}" type="presParOf" srcId="{AD41E00A-B9F2-437A-9BFB-34F5684BC691}" destId="{14044867-D76C-42E4-90F0-31FF88C71D7E}" srcOrd="3" destOrd="0" presId="urn:microsoft.com/office/officeart/2005/8/layout/cycle2"/>
    <dgm:cxn modelId="{EAFD350B-9D39-4A32-8ADF-5C9EA637CF39}" type="presParOf" srcId="{14044867-D76C-42E4-90F0-31FF88C71D7E}" destId="{9B90171B-6CBD-47D3-A9D2-7FC41E6F43E7}" srcOrd="0" destOrd="0" presId="urn:microsoft.com/office/officeart/2005/8/layout/cycle2"/>
    <dgm:cxn modelId="{B29E48B6-262B-4B9D-AA11-B7A804045835}" type="presParOf" srcId="{AD41E00A-B9F2-437A-9BFB-34F5684BC691}" destId="{471F1C85-A88D-45B5-A0CB-A73662E05434}" srcOrd="4" destOrd="0" presId="urn:microsoft.com/office/officeart/2005/8/layout/cycle2"/>
    <dgm:cxn modelId="{8FF302F1-01EF-4263-A7DF-4B27D6AFE806}" type="presParOf" srcId="{AD41E00A-B9F2-437A-9BFB-34F5684BC691}" destId="{0A593301-CF2D-4DE3-9B3A-068EF0301AD9}" srcOrd="5" destOrd="0" presId="urn:microsoft.com/office/officeart/2005/8/layout/cycle2"/>
    <dgm:cxn modelId="{3A5EF555-0CED-4C62-8B15-EF6A1F8CD82F}" type="presParOf" srcId="{0A593301-CF2D-4DE3-9B3A-068EF0301AD9}" destId="{02C885DE-77AB-47F9-AC74-1DA89EE038C7}" srcOrd="0" destOrd="0" presId="urn:microsoft.com/office/officeart/2005/8/layout/cycle2"/>
    <dgm:cxn modelId="{DACE8D8C-C6A5-40D1-9AD1-3500D263EAA3}" type="presParOf" srcId="{AD41E00A-B9F2-437A-9BFB-34F5684BC691}" destId="{D0E738F9-3D37-434E-8D40-34BED98CFA63}" srcOrd="6" destOrd="0" presId="urn:microsoft.com/office/officeart/2005/8/layout/cycle2"/>
    <dgm:cxn modelId="{2D2C6B92-4E89-42F8-9553-C349EF21192C}" type="presParOf" srcId="{AD41E00A-B9F2-437A-9BFB-34F5684BC691}" destId="{BC091E3D-B96D-4E98-A3E8-6B2C8822ACB7}" srcOrd="7" destOrd="0" presId="urn:microsoft.com/office/officeart/2005/8/layout/cycle2"/>
    <dgm:cxn modelId="{021FA06E-DD5F-417D-9766-ACA0C0B0695B}" type="presParOf" srcId="{BC091E3D-B96D-4E98-A3E8-6B2C8822ACB7}" destId="{1F99C0E5-D971-4DCE-A455-03268E394EAE}" srcOrd="0" destOrd="0" presId="urn:microsoft.com/office/officeart/2005/8/layout/cycle2"/>
    <dgm:cxn modelId="{2AB053F1-42D5-48DD-823C-509B8E1C0016}" type="presParOf" srcId="{AD41E00A-B9F2-437A-9BFB-34F5684BC691}" destId="{F6134B7A-DED3-412D-B935-8240E377A8AE}" srcOrd="8" destOrd="0" presId="urn:microsoft.com/office/officeart/2005/8/layout/cycle2"/>
    <dgm:cxn modelId="{29B7726E-2D58-4C29-9FF9-6D8CC3D7566D}" type="presParOf" srcId="{AD41E00A-B9F2-437A-9BFB-34F5684BC691}" destId="{3319E705-7414-4331-A5D0-A720452F2349}" srcOrd="9" destOrd="0" presId="urn:microsoft.com/office/officeart/2005/8/layout/cycle2"/>
    <dgm:cxn modelId="{B3B63173-1973-49F7-A996-2A992480C805}" type="presParOf" srcId="{3319E705-7414-4331-A5D0-A720452F2349}" destId="{28B052A9-1F5B-445A-9B5D-95CCD83CB023}" srcOrd="0" destOrd="0" presId="urn:microsoft.com/office/officeart/2005/8/layout/cycle2"/>
    <dgm:cxn modelId="{B9FF369F-51F6-46CB-BAFE-FC3F01C80958}" type="presParOf" srcId="{AD41E00A-B9F2-437A-9BFB-34F5684BC691}" destId="{2836FCFB-81AA-4C64-BD6B-8B8BDEECA25A}" srcOrd="10" destOrd="0" presId="urn:microsoft.com/office/officeart/2005/8/layout/cycle2"/>
    <dgm:cxn modelId="{EEEEF52A-9216-4B69-84C5-AC9113D27147}" type="presParOf" srcId="{AD41E00A-B9F2-437A-9BFB-34F5684BC691}" destId="{59FA8384-267B-4D40-A23B-FB8BB17BAC84}" srcOrd="11" destOrd="0" presId="urn:microsoft.com/office/officeart/2005/8/layout/cycle2"/>
    <dgm:cxn modelId="{D015AEA3-7D42-430D-B544-033B87924DD5}" type="presParOf" srcId="{59FA8384-267B-4D40-A23B-FB8BB17BAC84}" destId="{96A4B3A2-3BD3-4E39-9E59-A288CCBBCBB9}" srcOrd="0" destOrd="0" presId="urn:microsoft.com/office/officeart/2005/8/layout/cycle2"/>
    <dgm:cxn modelId="{E1BD89F2-BD38-4524-B64A-E62B6C8AA7CC}" type="presParOf" srcId="{AD41E00A-B9F2-437A-9BFB-34F5684BC691}" destId="{6D55514F-4167-478D-AB94-04B0C92DFC1A}" srcOrd="12" destOrd="0" presId="urn:microsoft.com/office/officeart/2005/8/layout/cycle2"/>
    <dgm:cxn modelId="{BED2FEE5-06AF-43F4-806E-CD67E8B8F2FB}" type="presParOf" srcId="{AD41E00A-B9F2-437A-9BFB-34F5684BC691}" destId="{4ABB9345-C3B2-4FB7-8524-135A6E2E8542}" srcOrd="13" destOrd="0" presId="urn:microsoft.com/office/officeart/2005/8/layout/cycle2"/>
    <dgm:cxn modelId="{2BF35EF3-C8EF-4413-ADC7-7A940775B465}" type="presParOf" srcId="{4ABB9345-C3B2-4FB7-8524-135A6E2E8542}" destId="{FACAD120-B234-4447-9B49-29919C65E0EB}" srcOrd="0" destOrd="0" presId="urn:microsoft.com/office/officeart/2005/8/layout/cycle2"/>
  </dgm:cxnLst>
  <dgm:bg>
    <a:noFill/>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1040A2-195F-45A7-ACE1-6C8463834EB1}" type="doc">
      <dgm:prSet loTypeId="urn:microsoft.com/office/officeart/2005/8/layout/radial6" loCatId="cycle" qsTypeId="urn:microsoft.com/office/officeart/2005/8/quickstyle/simple2" qsCatId="simple" csTypeId="urn:microsoft.com/office/officeart/2005/8/colors/colorful5" csCatId="colorful" phldr="1"/>
      <dgm:spPr/>
      <dgm:t>
        <a:bodyPr/>
        <a:lstStyle/>
        <a:p>
          <a:endParaRPr lang="tr-TR"/>
        </a:p>
      </dgm:t>
    </dgm:pt>
    <dgm:pt modelId="{6ABFDE66-EFE9-4109-B91A-12AC02C10BEF}">
      <dgm:prSet phldrT="[Metin]"/>
      <dgm:spPr/>
      <dgm:t>
        <a:bodyPr/>
        <a:lstStyle/>
        <a:p>
          <a:r>
            <a:rPr lang="tr-TR" b="1" dirty="0">
              <a:solidFill>
                <a:sysClr val="windowText" lastClr="000000"/>
              </a:solidFill>
            </a:rPr>
            <a:t>AKICI OKUMA</a:t>
          </a:r>
        </a:p>
      </dgm:t>
    </dgm:pt>
    <dgm:pt modelId="{400A6A73-68DE-47E9-9747-ADF3A82BC5E6}" type="parTrans" cxnId="{40C2EDF4-417E-4715-AF50-A68608D62C6F}">
      <dgm:prSet/>
      <dgm:spPr/>
      <dgm:t>
        <a:bodyPr/>
        <a:lstStyle/>
        <a:p>
          <a:endParaRPr lang="tr-TR"/>
        </a:p>
      </dgm:t>
    </dgm:pt>
    <dgm:pt modelId="{7D7AE51B-7223-4E34-8504-A46201592BF3}" type="sibTrans" cxnId="{40C2EDF4-417E-4715-AF50-A68608D62C6F}">
      <dgm:prSet/>
      <dgm:spPr/>
      <dgm:t>
        <a:bodyPr/>
        <a:lstStyle/>
        <a:p>
          <a:endParaRPr lang="tr-TR"/>
        </a:p>
      </dgm:t>
    </dgm:pt>
    <dgm:pt modelId="{45C5D866-1088-4A00-A17E-078D886D50D2}">
      <dgm:prSet phldrT="[Metin]" custT="1"/>
      <dgm:spPr/>
      <dgm:t>
        <a:bodyPr/>
        <a:lstStyle/>
        <a:p>
          <a:r>
            <a:rPr lang="tr-TR" sz="1600" b="1" dirty="0">
              <a:solidFill>
                <a:sysClr val="windowText" lastClr="000000"/>
              </a:solidFill>
            </a:rPr>
            <a:t>DOĞRULUK</a:t>
          </a:r>
        </a:p>
      </dgm:t>
    </dgm:pt>
    <dgm:pt modelId="{B9D63DF5-2C29-4729-8F97-BEC20B5DD3A4}" type="parTrans" cxnId="{E3DF8F0D-178D-430D-B1D1-C598C634E559}">
      <dgm:prSet/>
      <dgm:spPr/>
      <dgm:t>
        <a:bodyPr/>
        <a:lstStyle/>
        <a:p>
          <a:endParaRPr lang="tr-TR"/>
        </a:p>
      </dgm:t>
    </dgm:pt>
    <dgm:pt modelId="{B86189BE-E7E2-4F54-BD92-50DA105A834C}" type="sibTrans" cxnId="{E3DF8F0D-178D-430D-B1D1-C598C634E559}">
      <dgm:prSet/>
      <dgm:spPr/>
      <dgm:t>
        <a:bodyPr/>
        <a:lstStyle/>
        <a:p>
          <a:endParaRPr lang="tr-TR"/>
        </a:p>
      </dgm:t>
    </dgm:pt>
    <dgm:pt modelId="{EAE5689A-ADBE-4F39-8AE8-9ACA36F0C3C4}">
      <dgm:prSet phldrT="[Metin]" custT="1"/>
      <dgm:spPr/>
      <dgm:t>
        <a:bodyPr/>
        <a:lstStyle/>
        <a:p>
          <a:r>
            <a:rPr lang="tr-TR" sz="1800" b="1" dirty="0">
              <a:solidFill>
                <a:sysClr val="windowText" lastClr="000000"/>
              </a:solidFill>
            </a:rPr>
            <a:t>HIZ</a:t>
          </a:r>
        </a:p>
      </dgm:t>
    </dgm:pt>
    <dgm:pt modelId="{4FEDBCED-D351-482B-ABEC-F9332BDDFC57}" type="parTrans" cxnId="{05A4CB15-B1F6-4675-9B63-BC84DB5B9C6A}">
      <dgm:prSet/>
      <dgm:spPr/>
      <dgm:t>
        <a:bodyPr/>
        <a:lstStyle/>
        <a:p>
          <a:endParaRPr lang="tr-TR"/>
        </a:p>
      </dgm:t>
    </dgm:pt>
    <dgm:pt modelId="{D69B6BA5-D22C-4A58-A811-CB22C70DC216}" type="sibTrans" cxnId="{05A4CB15-B1F6-4675-9B63-BC84DB5B9C6A}">
      <dgm:prSet/>
      <dgm:spPr/>
      <dgm:t>
        <a:bodyPr/>
        <a:lstStyle/>
        <a:p>
          <a:endParaRPr lang="tr-TR"/>
        </a:p>
      </dgm:t>
    </dgm:pt>
    <dgm:pt modelId="{FBAFA2F8-0784-434B-BC10-59FD9422C9FB}">
      <dgm:prSet phldrT="[Metin]" custT="1"/>
      <dgm:spPr/>
      <dgm:t>
        <a:bodyPr/>
        <a:lstStyle/>
        <a:p>
          <a:r>
            <a:rPr lang="tr-TR" sz="1600" b="1" dirty="0">
              <a:solidFill>
                <a:sysClr val="windowText" lastClr="000000"/>
              </a:solidFill>
            </a:rPr>
            <a:t>PROZODİ</a:t>
          </a:r>
        </a:p>
      </dgm:t>
    </dgm:pt>
    <dgm:pt modelId="{EE2922AB-03D6-4173-BFE3-432BF426D23C}" type="parTrans" cxnId="{029D70FC-C873-416F-B125-4C098C235484}">
      <dgm:prSet/>
      <dgm:spPr/>
      <dgm:t>
        <a:bodyPr/>
        <a:lstStyle/>
        <a:p>
          <a:endParaRPr lang="tr-TR"/>
        </a:p>
      </dgm:t>
    </dgm:pt>
    <dgm:pt modelId="{4CF2F53D-185E-4B97-97BD-A1ABC8060515}" type="sibTrans" cxnId="{029D70FC-C873-416F-B125-4C098C235484}">
      <dgm:prSet/>
      <dgm:spPr/>
      <dgm:t>
        <a:bodyPr/>
        <a:lstStyle/>
        <a:p>
          <a:endParaRPr lang="tr-TR"/>
        </a:p>
      </dgm:t>
    </dgm:pt>
    <dgm:pt modelId="{8ECD38DE-DE53-4727-B243-C80BA48B4196}" type="pres">
      <dgm:prSet presAssocID="{681040A2-195F-45A7-ACE1-6C8463834EB1}" presName="Name0" presStyleCnt="0">
        <dgm:presLayoutVars>
          <dgm:chMax val="1"/>
          <dgm:dir/>
          <dgm:animLvl val="ctr"/>
          <dgm:resizeHandles val="exact"/>
        </dgm:presLayoutVars>
      </dgm:prSet>
      <dgm:spPr/>
      <dgm:t>
        <a:bodyPr/>
        <a:lstStyle/>
        <a:p>
          <a:endParaRPr lang="tr-TR"/>
        </a:p>
      </dgm:t>
    </dgm:pt>
    <dgm:pt modelId="{1D36E426-6457-42F2-8D85-C31F0CBC038B}" type="pres">
      <dgm:prSet presAssocID="{6ABFDE66-EFE9-4109-B91A-12AC02C10BEF}" presName="centerShape" presStyleLbl="node0" presStyleIdx="0" presStyleCnt="1" custLinFactNeighborX="682" custLinFactNeighborY="-3749"/>
      <dgm:spPr/>
      <dgm:t>
        <a:bodyPr/>
        <a:lstStyle/>
        <a:p>
          <a:endParaRPr lang="tr-TR"/>
        </a:p>
      </dgm:t>
    </dgm:pt>
    <dgm:pt modelId="{152CFB4F-653F-4A68-AC46-8DAD818A50F7}" type="pres">
      <dgm:prSet presAssocID="{45C5D866-1088-4A00-A17E-078D886D50D2}" presName="node" presStyleLbl="node1" presStyleIdx="0" presStyleCnt="3" custScaleX="190428">
        <dgm:presLayoutVars>
          <dgm:bulletEnabled val="1"/>
        </dgm:presLayoutVars>
      </dgm:prSet>
      <dgm:spPr/>
      <dgm:t>
        <a:bodyPr/>
        <a:lstStyle/>
        <a:p>
          <a:endParaRPr lang="tr-TR"/>
        </a:p>
      </dgm:t>
    </dgm:pt>
    <dgm:pt modelId="{FC036818-557E-49E0-ADFE-AFF7958350BB}" type="pres">
      <dgm:prSet presAssocID="{45C5D866-1088-4A00-A17E-078D886D50D2}" presName="dummy" presStyleCnt="0"/>
      <dgm:spPr/>
    </dgm:pt>
    <dgm:pt modelId="{66D4CFBD-C1D2-46E6-BFBA-8A5C4E234202}" type="pres">
      <dgm:prSet presAssocID="{B86189BE-E7E2-4F54-BD92-50DA105A834C}" presName="sibTrans" presStyleLbl="sibTrans2D1" presStyleIdx="0" presStyleCnt="3" custScaleX="144457"/>
      <dgm:spPr/>
      <dgm:t>
        <a:bodyPr/>
        <a:lstStyle/>
        <a:p>
          <a:endParaRPr lang="tr-TR"/>
        </a:p>
      </dgm:t>
    </dgm:pt>
    <dgm:pt modelId="{C2CCAF5D-8D2B-413C-9B9E-437DEABEFFA7}" type="pres">
      <dgm:prSet presAssocID="{EAE5689A-ADBE-4F39-8AE8-9ACA36F0C3C4}" presName="node" presStyleLbl="node1" presStyleIdx="1" presStyleCnt="3" custScaleX="131321">
        <dgm:presLayoutVars>
          <dgm:bulletEnabled val="1"/>
        </dgm:presLayoutVars>
      </dgm:prSet>
      <dgm:spPr/>
      <dgm:t>
        <a:bodyPr/>
        <a:lstStyle/>
        <a:p>
          <a:endParaRPr lang="tr-TR"/>
        </a:p>
      </dgm:t>
    </dgm:pt>
    <dgm:pt modelId="{8B86AC83-71EA-443C-9960-B531BA9C8988}" type="pres">
      <dgm:prSet presAssocID="{EAE5689A-ADBE-4F39-8AE8-9ACA36F0C3C4}" presName="dummy" presStyleCnt="0"/>
      <dgm:spPr/>
    </dgm:pt>
    <dgm:pt modelId="{27A38EF4-794B-4257-8341-B15EAC1905B9}" type="pres">
      <dgm:prSet presAssocID="{D69B6BA5-D22C-4A58-A811-CB22C70DC216}" presName="sibTrans" presStyleLbl="sibTrans2D1" presStyleIdx="1" presStyleCnt="3"/>
      <dgm:spPr/>
      <dgm:t>
        <a:bodyPr/>
        <a:lstStyle/>
        <a:p>
          <a:endParaRPr lang="tr-TR"/>
        </a:p>
      </dgm:t>
    </dgm:pt>
    <dgm:pt modelId="{8241FE3B-7B10-4621-81AB-0E6F29CF3401}" type="pres">
      <dgm:prSet presAssocID="{FBAFA2F8-0784-434B-BC10-59FD9422C9FB}" presName="node" presStyleLbl="node1" presStyleIdx="2" presStyleCnt="3" custScaleX="152065">
        <dgm:presLayoutVars>
          <dgm:bulletEnabled val="1"/>
        </dgm:presLayoutVars>
      </dgm:prSet>
      <dgm:spPr/>
      <dgm:t>
        <a:bodyPr/>
        <a:lstStyle/>
        <a:p>
          <a:endParaRPr lang="tr-TR"/>
        </a:p>
      </dgm:t>
    </dgm:pt>
    <dgm:pt modelId="{B71689B5-EEE5-4ACC-8771-9DCF08E84C64}" type="pres">
      <dgm:prSet presAssocID="{FBAFA2F8-0784-434B-BC10-59FD9422C9FB}" presName="dummy" presStyleCnt="0"/>
      <dgm:spPr/>
    </dgm:pt>
    <dgm:pt modelId="{1A6D8022-4D17-4E94-A31A-D2751CB1E173}" type="pres">
      <dgm:prSet presAssocID="{4CF2F53D-185E-4B97-97BD-A1ABC8060515}" presName="sibTrans" presStyleLbl="sibTrans2D1" presStyleIdx="2" presStyleCnt="3" custScaleX="135803"/>
      <dgm:spPr/>
      <dgm:t>
        <a:bodyPr/>
        <a:lstStyle/>
        <a:p>
          <a:endParaRPr lang="tr-TR"/>
        </a:p>
      </dgm:t>
    </dgm:pt>
  </dgm:ptLst>
  <dgm:cxnLst>
    <dgm:cxn modelId="{F04B486C-C091-4B7B-9011-5C4BC8C39981}" type="presOf" srcId="{45C5D866-1088-4A00-A17E-078D886D50D2}" destId="{152CFB4F-653F-4A68-AC46-8DAD818A50F7}" srcOrd="0" destOrd="0" presId="urn:microsoft.com/office/officeart/2005/8/layout/radial6"/>
    <dgm:cxn modelId="{CA758237-72C0-4D9B-ABE5-48686F3CD312}" type="presOf" srcId="{681040A2-195F-45A7-ACE1-6C8463834EB1}" destId="{8ECD38DE-DE53-4727-B243-C80BA48B4196}" srcOrd="0" destOrd="0" presId="urn:microsoft.com/office/officeart/2005/8/layout/radial6"/>
    <dgm:cxn modelId="{029D70FC-C873-416F-B125-4C098C235484}" srcId="{6ABFDE66-EFE9-4109-B91A-12AC02C10BEF}" destId="{FBAFA2F8-0784-434B-BC10-59FD9422C9FB}" srcOrd="2" destOrd="0" parTransId="{EE2922AB-03D6-4173-BFE3-432BF426D23C}" sibTransId="{4CF2F53D-185E-4B97-97BD-A1ABC8060515}"/>
    <dgm:cxn modelId="{8BDAF6F9-7D7C-4429-8D77-F027A31769A5}" type="presOf" srcId="{D69B6BA5-D22C-4A58-A811-CB22C70DC216}" destId="{27A38EF4-794B-4257-8341-B15EAC1905B9}" srcOrd="0" destOrd="0" presId="urn:microsoft.com/office/officeart/2005/8/layout/radial6"/>
    <dgm:cxn modelId="{05A4CB15-B1F6-4675-9B63-BC84DB5B9C6A}" srcId="{6ABFDE66-EFE9-4109-B91A-12AC02C10BEF}" destId="{EAE5689A-ADBE-4F39-8AE8-9ACA36F0C3C4}" srcOrd="1" destOrd="0" parTransId="{4FEDBCED-D351-482B-ABEC-F9332BDDFC57}" sibTransId="{D69B6BA5-D22C-4A58-A811-CB22C70DC216}"/>
    <dgm:cxn modelId="{3AB007F3-B89D-4CD1-8D22-3BF3BB3C2320}" type="presOf" srcId="{FBAFA2F8-0784-434B-BC10-59FD9422C9FB}" destId="{8241FE3B-7B10-4621-81AB-0E6F29CF3401}" srcOrd="0" destOrd="0" presId="urn:microsoft.com/office/officeart/2005/8/layout/radial6"/>
    <dgm:cxn modelId="{E62FC1CC-AB13-4FA0-8DF2-1D554E490A05}" type="presOf" srcId="{EAE5689A-ADBE-4F39-8AE8-9ACA36F0C3C4}" destId="{C2CCAF5D-8D2B-413C-9B9E-437DEABEFFA7}" srcOrd="0" destOrd="0" presId="urn:microsoft.com/office/officeart/2005/8/layout/radial6"/>
    <dgm:cxn modelId="{B46C10CA-1325-4134-BD53-F9B9F9845ABE}" type="presOf" srcId="{4CF2F53D-185E-4B97-97BD-A1ABC8060515}" destId="{1A6D8022-4D17-4E94-A31A-D2751CB1E173}" srcOrd="0" destOrd="0" presId="urn:microsoft.com/office/officeart/2005/8/layout/radial6"/>
    <dgm:cxn modelId="{C952EA71-AF33-495D-BF06-2DD351169AC4}" type="presOf" srcId="{B86189BE-E7E2-4F54-BD92-50DA105A834C}" destId="{66D4CFBD-C1D2-46E6-BFBA-8A5C4E234202}" srcOrd="0" destOrd="0" presId="urn:microsoft.com/office/officeart/2005/8/layout/radial6"/>
    <dgm:cxn modelId="{40C2EDF4-417E-4715-AF50-A68608D62C6F}" srcId="{681040A2-195F-45A7-ACE1-6C8463834EB1}" destId="{6ABFDE66-EFE9-4109-B91A-12AC02C10BEF}" srcOrd="0" destOrd="0" parTransId="{400A6A73-68DE-47E9-9747-ADF3A82BC5E6}" sibTransId="{7D7AE51B-7223-4E34-8504-A46201592BF3}"/>
    <dgm:cxn modelId="{865AE187-5B75-4FBC-95E1-FD97623502E6}" type="presOf" srcId="{6ABFDE66-EFE9-4109-B91A-12AC02C10BEF}" destId="{1D36E426-6457-42F2-8D85-C31F0CBC038B}" srcOrd="0" destOrd="0" presId="urn:microsoft.com/office/officeart/2005/8/layout/radial6"/>
    <dgm:cxn modelId="{E3DF8F0D-178D-430D-B1D1-C598C634E559}" srcId="{6ABFDE66-EFE9-4109-B91A-12AC02C10BEF}" destId="{45C5D866-1088-4A00-A17E-078D886D50D2}" srcOrd="0" destOrd="0" parTransId="{B9D63DF5-2C29-4729-8F97-BEC20B5DD3A4}" sibTransId="{B86189BE-E7E2-4F54-BD92-50DA105A834C}"/>
    <dgm:cxn modelId="{6BE7EDD5-E98F-45AA-907C-0BDF125610CE}" type="presParOf" srcId="{8ECD38DE-DE53-4727-B243-C80BA48B4196}" destId="{1D36E426-6457-42F2-8D85-C31F0CBC038B}" srcOrd="0" destOrd="0" presId="urn:microsoft.com/office/officeart/2005/8/layout/radial6"/>
    <dgm:cxn modelId="{E843EB0D-8DAF-437E-9790-8D5948277DB1}" type="presParOf" srcId="{8ECD38DE-DE53-4727-B243-C80BA48B4196}" destId="{152CFB4F-653F-4A68-AC46-8DAD818A50F7}" srcOrd="1" destOrd="0" presId="urn:microsoft.com/office/officeart/2005/8/layout/radial6"/>
    <dgm:cxn modelId="{A05F870D-568A-4434-9A70-F5C9D69FBADC}" type="presParOf" srcId="{8ECD38DE-DE53-4727-B243-C80BA48B4196}" destId="{FC036818-557E-49E0-ADFE-AFF7958350BB}" srcOrd="2" destOrd="0" presId="urn:microsoft.com/office/officeart/2005/8/layout/radial6"/>
    <dgm:cxn modelId="{DC8E1037-A7CA-46EB-AF05-94E61D0AE6DC}" type="presParOf" srcId="{8ECD38DE-DE53-4727-B243-C80BA48B4196}" destId="{66D4CFBD-C1D2-46E6-BFBA-8A5C4E234202}" srcOrd="3" destOrd="0" presId="urn:microsoft.com/office/officeart/2005/8/layout/radial6"/>
    <dgm:cxn modelId="{C53B6DD3-E691-4B71-B0E2-276F3281E520}" type="presParOf" srcId="{8ECD38DE-DE53-4727-B243-C80BA48B4196}" destId="{C2CCAF5D-8D2B-413C-9B9E-437DEABEFFA7}" srcOrd="4" destOrd="0" presId="urn:microsoft.com/office/officeart/2005/8/layout/radial6"/>
    <dgm:cxn modelId="{A9EAEEAB-C395-4849-A710-123EECE4AB23}" type="presParOf" srcId="{8ECD38DE-DE53-4727-B243-C80BA48B4196}" destId="{8B86AC83-71EA-443C-9960-B531BA9C8988}" srcOrd="5" destOrd="0" presId="urn:microsoft.com/office/officeart/2005/8/layout/radial6"/>
    <dgm:cxn modelId="{DA5525E0-8718-44F7-A532-657A55021264}" type="presParOf" srcId="{8ECD38DE-DE53-4727-B243-C80BA48B4196}" destId="{27A38EF4-794B-4257-8341-B15EAC1905B9}" srcOrd="6" destOrd="0" presId="urn:microsoft.com/office/officeart/2005/8/layout/radial6"/>
    <dgm:cxn modelId="{4FB328B4-ADD2-4268-B793-1D13269AED3E}" type="presParOf" srcId="{8ECD38DE-DE53-4727-B243-C80BA48B4196}" destId="{8241FE3B-7B10-4621-81AB-0E6F29CF3401}" srcOrd="7" destOrd="0" presId="urn:microsoft.com/office/officeart/2005/8/layout/radial6"/>
    <dgm:cxn modelId="{8EE82855-E407-482E-B5DA-DA292FE3C136}" type="presParOf" srcId="{8ECD38DE-DE53-4727-B243-C80BA48B4196}" destId="{B71689B5-EEE5-4ACC-8771-9DCF08E84C64}" srcOrd="8" destOrd="0" presId="urn:microsoft.com/office/officeart/2005/8/layout/radial6"/>
    <dgm:cxn modelId="{652BD5FE-4FB5-41A4-85CD-FA8A697BA817}" type="presParOf" srcId="{8ECD38DE-DE53-4727-B243-C80BA48B4196}" destId="{1A6D8022-4D17-4E94-A31A-D2751CB1E173}" srcOrd="9" destOrd="0" presId="urn:microsoft.com/office/officeart/2005/8/layout/radial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DD51AA-1E9F-4D05-91ED-9F041EA867B6}" type="doc">
      <dgm:prSet loTypeId="urn:microsoft.com/office/officeart/2005/8/layout/venn2" loCatId="relationship" qsTypeId="urn:microsoft.com/office/officeart/2005/8/quickstyle/simple1" qsCatId="simple" csTypeId="urn:microsoft.com/office/officeart/2005/8/colors/accent4_1" csCatId="accent4" phldr="1"/>
      <dgm:spPr/>
      <dgm:t>
        <a:bodyPr/>
        <a:lstStyle/>
        <a:p>
          <a:endParaRPr lang="tr-TR"/>
        </a:p>
      </dgm:t>
    </dgm:pt>
    <dgm:pt modelId="{ECB20C2D-3A7B-4A63-947B-B301349E4BEA}">
      <dgm:prSet phldrT="[Metin]"/>
      <dgm:spPr/>
      <dgm:t>
        <a:bodyPr/>
        <a:lstStyle/>
        <a:p>
          <a:r>
            <a:rPr lang="tr-TR" b="1"/>
            <a:t>ses bilgisi</a:t>
          </a:r>
        </a:p>
      </dgm:t>
    </dgm:pt>
    <dgm:pt modelId="{BA191031-51A4-46EA-8588-48C4B23196C4}" type="parTrans" cxnId="{43CA5D07-0A87-4009-AEBC-076C7796C28E}">
      <dgm:prSet/>
      <dgm:spPr/>
      <dgm:t>
        <a:bodyPr/>
        <a:lstStyle/>
        <a:p>
          <a:endParaRPr lang="tr-TR"/>
        </a:p>
      </dgm:t>
    </dgm:pt>
    <dgm:pt modelId="{5A4910AE-A478-4648-943B-D333E14B4E34}" type="sibTrans" cxnId="{43CA5D07-0A87-4009-AEBC-076C7796C28E}">
      <dgm:prSet/>
      <dgm:spPr/>
      <dgm:t>
        <a:bodyPr/>
        <a:lstStyle/>
        <a:p>
          <a:endParaRPr lang="tr-TR"/>
        </a:p>
      </dgm:t>
    </dgm:pt>
    <dgm:pt modelId="{A9471BFB-1FEF-4337-85CB-F811007B808D}">
      <dgm:prSet phldrT="[Metin]"/>
      <dgm:spPr/>
      <dgm:t>
        <a:bodyPr/>
        <a:lstStyle/>
        <a:p>
          <a:r>
            <a:rPr lang="tr-TR" b="1"/>
            <a:t>ezgi</a:t>
          </a:r>
        </a:p>
      </dgm:t>
    </dgm:pt>
    <dgm:pt modelId="{A6E04F38-7882-4BBC-BFA4-6007BBFB5C8B}" type="parTrans" cxnId="{A39CF7C3-CFDD-4E93-87E8-8AF4DE3407B8}">
      <dgm:prSet/>
      <dgm:spPr/>
      <dgm:t>
        <a:bodyPr/>
        <a:lstStyle/>
        <a:p>
          <a:endParaRPr lang="tr-TR"/>
        </a:p>
      </dgm:t>
    </dgm:pt>
    <dgm:pt modelId="{900E5D04-091F-4D02-83EB-2EFD7C54BC8A}" type="sibTrans" cxnId="{A39CF7C3-CFDD-4E93-87E8-8AF4DE3407B8}">
      <dgm:prSet/>
      <dgm:spPr/>
      <dgm:t>
        <a:bodyPr/>
        <a:lstStyle/>
        <a:p>
          <a:endParaRPr lang="tr-TR"/>
        </a:p>
      </dgm:t>
    </dgm:pt>
    <dgm:pt modelId="{C9122E1A-1A5F-406A-BA39-832877211330}">
      <dgm:prSet phldrT="[Metin]"/>
      <dgm:spPr/>
      <dgm:t>
        <a:bodyPr/>
        <a:lstStyle/>
        <a:p>
          <a:r>
            <a:rPr lang="tr-TR" b="1"/>
            <a:t>durak</a:t>
          </a:r>
        </a:p>
      </dgm:t>
    </dgm:pt>
    <dgm:pt modelId="{20534DF9-D36E-43EE-8450-3886D965A0F7}" type="parTrans" cxnId="{6C6B0D6E-ACFA-44E7-8F46-64A30BD4B430}">
      <dgm:prSet/>
      <dgm:spPr/>
      <dgm:t>
        <a:bodyPr/>
        <a:lstStyle/>
        <a:p>
          <a:endParaRPr lang="tr-TR"/>
        </a:p>
      </dgm:t>
    </dgm:pt>
    <dgm:pt modelId="{8F175D0F-9A85-4AD1-B001-BE97970DEA4A}" type="sibTrans" cxnId="{6C6B0D6E-ACFA-44E7-8F46-64A30BD4B430}">
      <dgm:prSet/>
      <dgm:spPr/>
      <dgm:t>
        <a:bodyPr/>
        <a:lstStyle/>
        <a:p>
          <a:endParaRPr lang="tr-TR"/>
        </a:p>
      </dgm:t>
    </dgm:pt>
    <dgm:pt modelId="{E95249E5-4B82-466B-847F-648FF61A3EA8}">
      <dgm:prSet phldrT="[Metin]"/>
      <dgm:spPr/>
      <dgm:t>
        <a:bodyPr/>
        <a:lstStyle/>
        <a:p>
          <a:r>
            <a:rPr lang="tr-TR" b="1"/>
            <a:t>vurgu</a:t>
          </a:r>
        </a:p>
      </dgm:t>
    </dgm:pt>
    <dgm:pt modelId="{56F5C7A8-D507-4448-896A-5F58ED693998}" type="parTrans" cxnId="{1D4F4E6E-A491-4DCF-8E2F-2D09B8274DE4}">
      <dgm:prSet/>
      <dgm:spPr/>
      <dgm:t>
        <a:bodyPr/>
        <a:lstStyle/>
        <a:p>
          <a:endParaRPr lang="tr-TR"/>
        </a:p>
      </dgm:t>
    </dgm:pt>
    <dgm:pt modelId="{99D5D341-473D-4653-AF53-F3A718CD09F0}" type="sibTrans" cxnId="{1D4F4E6E-A491-4DCF-8E2F-2D09B8274DE4}">
      <dgm:prSet/>
      <dgm:spPr/>
      <dgm:t>
        <a:bodyPr/>
        <a:lstStyle/>
        <a:p>
          <a:endParaRPr lang="tr-TR"/>
        </a:p>
      </dgm:t>
    </dgm:pt>
    <dgm:pt modelId="{8BA94C2D-C15E-4F68-BBAA-6D05E439EFD0}" type="pres">
      <dgm:prSet presAssocID="{E9DD51AA-1E9F-4D05-91ED-9F041EA867B6}" presName="Name0" presStyleCnt="0">
        <dgm:presLayoutVars>
          <dgm:chMax val="7"/>
          <dgm:resizeHandles val="exact"/>
        </dgm:presLayoutVars>
      </dgm:prSet>
      <dgm:spPr/>
      <dgm:t>
        <a:bodyPr/>
        <a:lstStyle/>
        <a:p>
          <a:endParaRPr lang="tr-TR"/>
        </a:p>
      </dgm:t>
    </dgm:pt>
    <dgm:pt modelId="{F34318E4-5584-4EF9-AE3C-7BA9C7351E59}" type="pres">
      <dgm:prSet presAssocID="{E9DD51AA-1E9F-4D05-91ED-9F041EA867B6}" presName="comp1" presStyleCnt="0"/>
      <dgm:spPr/>
    </dgm:pt>
    <dgm:pt modelId="{8D73E525-D6A2-4334-90C7-376517DF72E4}" type="pres">
      <dgm:prSet presAssocID="{E9DD51AA-1E9F-4D05-91ED-9F041EA867B6}" presName="circle1" presStyleLbl="node1" presStyleIdx="0" presStyleCnt="4"/>
      <dgm:spPr/>
      <dgm:t>
        <a:bodyPr/>
        <a:lstStyle/>
        <a:p>
          <a:endParaRPr lang="tr-TR"/>
        </a:p>
      </dgm:t>
    </dgm:pt>
    <dgm:pt modelId="{5309C52A-8E9D-4DC3-8334-656FE8DD37B6}" type="pres">
      <dgm:prSet presAssocID="{E9DD51AA-1E9F-4D05-91ED-9F041EA867B6}" presName="c1text" presStyleLbl="node1" presStyleIdx="0" presStyleCnt="4">
        <dgm:presLayoutVars>
          <dgm:bulletEnabled val="1"/>
        </dgm:presLayoutVars>
      </dgm:prSet>
      <dgm:spPr/>
      <dgm:t>
        <a:bodyPr/>
        <a:lstStyle/>
        <a:p>
          <a:endParaRPr lang="tr-TR"/>
        </a:p>
      </dgm:t>
    </dgm:pt>
    <dgm:pt modelId="{A3E51270-62B8-42BD-B683-0CC6FCC14C9A}" type="pres">
      <dgm:prSet presAssocID="{E9DD51AA-1E9F-4D05-91ED-9F041EA867B6}" presName="comp2" presStyleCnt="0"/>
      <dgm:spPr/>
    </dgm:pt>
    <dgm:pt modelId="{3C421CCE-DAE3-4AEB-B8C1-EB749B865C80}" type="pres">
      <dgm:prSet presAssocID="{E9DD51AA-1E9F-4D05-91ED-9F041EA867B6}" presName="circle2" presStyleLbl="node1" presStyleIdx="1" presStyleCnt="4"/>
      <dgm:spPr/>
      <dgm:t>
        <a:bodyPr/>
        <a:lstStyle/>
        <a:p>
          <a:endParaRPr lang="tr-TR"/>
        </a:p>
      </dgm:t>
    </dgm:pt>
    <dgm:pt modelId="{5CE65727-2D17-4DF8-935C-F111AE9BD328}" type="pres">
      <dgm:prSet presAssocID="{E9DD51AA-1E9F-4D05-91ED-9F041EA867B6}" presName="c2text" presStyleLbl="node1" presStyleIdx="1" presStyleCnt="4">
        <dgm:presLayoutVars>
          <dgm:bulletEnabled val="1"/>
        </dgm:presLayoutVars>
      </dgm:prSet>
      <dgm:spPr/>
      <dgm:t>
        <a:bodyPr/>
        <a:lstStyle/>
        <a:p>
          <a:endParaRPr lang="tr-TR"/>
        </a:p>
      </dgm:t>
    </dgm:pt>
    <dgm:pt modelId="{B50554F7-CB19-4C81-A5EB-0434858CA42B}" type="pres">
      <dgm:prSet presAssocID="{E9DD51AA-1E9F-4D05-91ED-9F041EA867B6}" presName="comp3" presStyleCnt="0"/>
      <dgm:spPr/>
    </dgm:pt>
    <dgm:pt modelId="{A46BB45E-F4D0-4E31-9EFC-53D018EEF2B2}" type="pres">
      <dgm:prSet presAssocID="{E9DD51AA-1E9F-4D05-91ED-9F041EA867B6}" presName="circle3" presStyleLbl="node1" presStyleIdx="2" presStyleCnt="4"/>
      <dgm:spPr/>
      <dgm:t>
        <a:bodyPr/>
        <a:lstStyle/>
        <a:p>
          <a:endParaRPr lang="tr-TR"/>
        </a:p>
      </dgm:t>
    </dgm:pt>
    <dgm:pt modelId="{900ACB99-2D2D-4F48-8136-FF02EE8506D9}" type="pres">
      <dgm:prSet presAssocID="{E9DD51AA-1E9F-4D05-91ED-9F041EA867B6}" presName="c3text" presStyleLbl="node1" presStyleIdx="2" presStyleCnt="4">
        <dgm:presLayoutVars>
          <dgm:bulletEnabled val="1"/>
        </dgm:presLayoutVars>
      </dgm:prSet>
      <dgm:spPr/>
      <dgm:t>
        <a:bodyPr/>
        <a:lstStyle/>
        <a:p>
          <a:endParaRPr lang="tr-TR"/>
        </a:p>
      </dgm:t>
    </dgm:pt>
    <dgm:pt modelId="{C7D9D5FB-2799-43DB-BFD3-E1FED9198942}" type="pres">
      <dgm:prSet presAssocID="{E9DD51AA-1E9F-4D05-91ED-9F041EA867B6}" presName="comp4" presStyleCnt="0"/>
      <dgm:spPr/>
    </dgm:pt>
    <dgm:pt modelId="{3DC7274A-2A0E-4F23-A05C-17D82AE34CAA}" type="pres">
      <dgm:prSet presAssocID="{E9DD51AA-1E9F-4D05-91ED-9F041EA867B6}" presName="circle4" presStyleLbl="node1" presStyleIdx="3" presStyleCnt="4"/>
      <dgm:spPr/>
      <dgm:t>
        <a:bodyPr/>
        <a:lstStyle/>
        <a:p>
          <a:endParaRPr lang="tr-TR"/>
        </a:p>
      </dgm:t>
    </dgm:pt>
    <dgm:pt modelId="{A4BF7AF0-76C9-4DC4-A5B9-51A5400AAF86}" type="pres">
      <dgm:prSet presAssocID="{E9DD51AA-1E9F-4D05-91ED-9F041EA867B6}" presName="c4text" presStyleLbl="node1" presStyleIdx="3" presStyleCnt="4">
        <dgm:presLayoutVars>
          <dgm:bulletEnabled val="1"/>
        </dgm:presLayoutVars>
      </dgm:prSet>
      <dgm:spPr/>
      <dgm:t>
        <a:bodyPr/>
        <a:lstStyle/>
        <a:p>
          <a:endParaRPr lang="tr-TR"/>
        </a:p>
      </dgm:t>
    </dgm:pt>
  </dgm:ptLst>
  <dgm:cxnLst>
    <dgm:cxn modelId="{7F83491C-5B18-4A6A-9CFD-66F92ACA5EA5}" type="presOf" srcId="{A9471BFB-1FEF-4337-85CB-F811007B808D}" destId="{3C421CCE-DAE3-4AEB-B8C1-EB749B865C80}" srcOrd="0" destOrd="0" presId="urn:microsoft.com/office/officeart/2005/8/layout/venn2"/>
    <dgm:cxn modelId="{A39CF7C3-CFDD-4E93-87E8-8AF4DE3407B8}" srcId="{E9DD51AA-1E9F-4D05-91ED-9F041EA867B6}" destId="{A9471BFB-1FEF-4337-85CB-F811007B808D}" srcOrd="1" destOrd="0" parTransId="{A6E04F38-7882-4BBC-BFA4-6007BBFB5C8B}" sibTransId="{900E5D04-091F-4D02-83EB-2EFD7C54BC8A}"/>
    <dgm:cxn modelId="{6C6B0D6E-ACFA-44E7-8F46-64A30BD4B430}" srcId="{E9DD51AA-1E9F-4D05-91ED-9F041EA867B6}" destId="{C9122E1A-1A5F-406A-BA39-832877211330}" srcOrd="2" destOrd="0" parTransId="{20534DF9-D36E-43EE-8450-3886D965A0F7}" sibTransId="{8F175D0F-9A85-4AD1-B001-BE97970DEA4A}"/>
    <dgm:cxn modelId="{43CA5D07-0A87-4009-AEBC-076C7796C28E}" srcId="{E9DD51AA-1E9F-4D05-91ED-9F041EA867B6}" destId="{ECB20C2D-3A7B-4A63-947B-B301349E4BEA}" srcOrd="0" destOrd="0" parTransId="{BA191031-51A4-46EA-8588-48C4B23196C4}" sibTransId="{5A4910AE-A478-4648-943B-D333E14B4E34}"/>
    <dgm:cxn modelId="{B7A17ECD-BB2E-4C6C-AD70-5A29491C1F48}" type="presOf" srcId="{C9122E1A-1A5F-406A-BA39-832877211330}" destId="{900ACB99-2D2D-4F48-8136-FF02EE8506D9}" srcOrd="1" destOrd="0" presId="urn:microsoft.com/office/officeart/2005/8/layout/venn2"/>
    <dgm:cxn modelId="{63EF22FF-6B6A-4310-8356-7BBEE4A81E26}" type="presOf" srcId="{E95249E5-4B82-466B-847F-648FF61A3EA8}" destId="{A4BF7AF0-76C9-4DC4-A5B9-51A5400AAF86}" srcOrd="1" destOrd="0" presId="urn:microsoft.com/office/officeart/2005/8/layout/venn2"/>
    <dgm:cxn modelId="{EDFFEF90-12C8-422D-947C-B32CF85E8D8C}" type="presOf" srcId="{ECB20C2D-3A7B-4A63-947B-B301349E4BEA}" destId="{8D73E525-D6A2-4334-90C7-376517DF72E4}" srcOrd="0" destOrd="0" presId="urn:microsoft.com/office/officeart/2005/8/layout/venn2"/>
    <dgm:cxn modelId="{DBAF1042-D17A-4220-AD7B-C011D7481FDF}" type="presOf" srcId="{A9471BFB-1FEF-4337-85CB-F811007B808D}" destId="{5CE65727-2D17-4DF8-935C-F111AE9BD328}" srcOrd="1" destOrd="0" presId="urn:microsoft.com/office/officeart/2005/8/layout/venn2"/>
    <dgm:cxn modelId="{8FD1E6B6-1763-4477-A86D-29461DBE13A0}" type="presOf" srcId="{C9122E1A-1A5F-406A-BA39-832877211330}" destId="{A46BB45E-F4D0-4E31-9EFC-53D018EEF2B2}" srcOrd="0" destOrd="0" presId="urn:microsoft.com/office/officeart/2005/8/layout/venn2"/>
    <dgm:cxn modelId="{20DDDDC9-1CB5-448C-8CF2-0132CB354F3F}" type="presOf" srcId="{E9DD51AA-1E9F-4D05-91ED-9F041EA867B6}" destId="{8BA94C2D-C15E-4F68-BBAA-6D05E439EFD0}" srcOrd="0" destOrd="0" presId="urn:microsoft.com/office/officeart/2005/8/layout/venn2"/>
    <dgm:cxn modelId="{E985AB9C-0113-4A87-B133-45068065C8C1}" type="presOf" srcId="{E95249E5-4B82-466B-847F-648FF61A3EA8}" destId="{3DC7274A-2A0E-4F23-A05C-17D82AE34CAA}" srcOrd="0" destOrd="0" presId="urn:microsoft.com/office/officeart/2005/8/layout/venn2"/>
    <dgm:cxn modelId="{A856F5CF-25FE-4A79-BDA5-FB914CE601F3}" type="presOf" srcId="{ECB20C2D-3A7B-4A63-947B-B301349E4BEA}" destId="{5309C52A-8E9D-4DC3-8334-656FE8DD37B6}" srcOrd="1" destOrd="0" presId="urn:microsoft.com/office/officeart/2005/8/layout/venn2"/>
    <dgm:cxn modelId="{1D4F4E6E-A491-4DCF-8E2F-2D09B8274DE4}" srcId="{E9DD51AA-1E9F-4D05-91ED-9F041EA867B6}" destId="{E95249E5-4B82-466B-847F-648FF61A3EA8}" srcOrd="3" destOrd="0" parTransId="{56F5C7A8-D507-4448-896A-5F58ED693998}" sibTransId="{99D5D341-473D-4653-AF53-F3A718CD09F0}"/>
    <dgm:cxn modelId="{A59CD9F9-E104-4802-8F1A-2DDDFC73765B}" type="presParOf" srcId="{8BA94C2D-C15E-4F68-BBAA-6D05E439EFD0}" destId="{F34318E4-5584-4EF9-AE3C-7BA9C7351E59}" srcOrd="0" destOrd="0" presId="urn:microsoft.com/office/officeart/2005/8/layout/venn2"/>
    <dgm:cxn modelId="{F93968B7-41AD-42B5-896B-C4BC4EC0662E}" type="presParOf" srcId="{F34318E4-5584-4EF9-AE3C-7BA9C7351E59}" destId="{8D73E525-D6A2-4334-90C7-376517DF72E4}" srcOrd="0" destOrd="0" presId="urn:microsoft.com/office/officeart/2005/8/layout/venn2"/>
    <dgm:cxn modelId="{8947389C-E316-4E01-B024-E9C5C87F74ED}" type="presParOf" srcId="{F34318E4-5584-4EF9-AE3C-7BA9C7351E59}" destId="{5309C52A-8E9D-4DC3-8334-656FE8DD37B6}" srcOrd="1" destOrd="0" presId="urn:microsoft.com/office/officeart/2005/8/layout/venn2"/>
    <dgm:cxn modelId="{2BD5274D-672B-4D30-8605-BC3F519E0412}" type="presParOf" srcId="{8BA94C2D-C15E-4F68-BBAA-6D05E439EFD0}" destId="{A3E51270-62B8-42BD-B683-0CC6FCC14C9A}" srcOrd="1" destOrd="0" presId="urn:microsoft.com/office/officeart/2005/8/layout/venn2"/>
    <dgm:cxn modelId="{B7D69A3B-E149-4589-B81B-714B39686AB8}" type="presParOf" srcId="{A3E51270-62B8-42BD-B683-0CC6FCC14C9A}" destId="{3C421CCE-DAE3-4AEB-B8C1-EB749B865C80}" srcOrd="0" destOrd="0" presId="urn:microsoft.com/office/officeart/2005/8/layout/venn2"/>
    <dgm:cxn modelId="{142E5BAD-57CD-4F2E-9D3B-3830A4CCE73B}" type="presParOf" srcId="{A3E51270-62B8-42BD-B683-0CC6FCC14C9A}" destId="{5CE65727-2D17-4DF8-935C-F111AE9BD328}" srcOrd="1" destOrd="0" presId="urn:microsoft.com/office/officeart/2005/8/layout/venn2"/>
    <dgm:cxn modelId="{7214D608-A3CA-48E6-8E41-2A83E9B401D8}" type="presParOf" srcId="{8BA94C2D-C15E-4F68-BBAA-6D05E439EFD0}" destId="{B50554F7-CB19-4C81-A5EB-0434858CA42B}" srcOrd="2" destOrd="0" presId="urn:microsoft.com/office/officeart/2005/8/layout/venn2"/>
    <dgm:cxn modelId="{9AD7AB3A-902A-430B-8868-C5B8103CE7FA}" type="presParOf" srcId="{B50554F7-CB19-4C81-A5EB-0434858CA42B}" destId="{A46BB45E-F4D0-4E31-9EFC-53D018EEF2B2}" srcOrd="0" destOrd="0" presId="urn:microsoft.com/office/officeart/2005/8/layout/venn2"/>
    <dgm:cxn modelId="{58B220C4-97DD-4C3F-B3A4-10872EB2234B}" type="presParOf" srcId="{B50554F7-CB19-4C81-A5EB-0434858CA42B}" destId="{900ACB99-2D2D-4F48-8136-FF02EE8506D9}" srcOrd="1" destOrd="0" presId="urn:microsoft.com/office/officeart/2005/8/layout/venn2"/>
    <dgm:cxn modelId="{AFF69547-89E7-46E8-90CF-730B8EB13A41}" type="presParOf" srcId="{8BA94C2D-C15E-4F68-BBAA-6D05E439EFD0}" destId="{C7D9D5FB-2799-43DB-BFD3-E1FED9198942}" srcOrd="3" destOrd="0" presId="urn:microsoft.com/office/officeart/2005/8/layout/venn2"/>
    <dgm:cxn modelId="{A712711B-D602-4A99-9A2A-A5B76F0823D1}" type="presParOf" srcId="{C7D9D5FB-2799-43DB-BFD3-E1FED9198942}" destId="{3DC7274A-2A0E-4F23-A05C-17D82AE34CAA}" srcOrd="0" destOrd="0" presId="urn:microsoft.com/office/officeart/2005/8/layout/venn2"/>
    <dgm:cxn modelId="{51A5EA3F-F88A-4E4C-BE1F-19549CEA9539}" type="presParOf" srcId="{C7D9D5FB-2799-43DB-BFD3-E1FED9198942}" destId="{A4BF7AF0-76C9-4DC4-A5B9-51A5400AAF86}" srcOrd="1" destOrd="0" presId="urn:microsoft.com/office/officeart/2005/8/layout/venn2"/>
  </dgm:cxnLst>
  <dgm:bg>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67C50F-8091-438A-BE77-682B40A61C84}" type="doc">
      <dgm:prSet loTypeId="urn:microsoft.com/office/officeart/2005/8/layout/pyramid2" loCatId="list" qsTypeId="urn:microsoft.com/office/officeart/2005/8/quickstyle/3d2#1" qsCatId="3D" csTypeId="urn:microsoft.com/office/officeart/2005/8/colors/colorful4" csCatId="colorful" phldr="1"/>
      <dgm:spPr/>
      <dgm:t>
        <a:bodyPr/>
        <a:lstStyle/>
        <a:p>
          <a:endParaRPr lang="tr-TR"/>
        </a:p>
      </dgm:t>
    </dgm:pt>
    <dgm:pt modelId="{DC10C7D8-16DC-4F42-A2F6-3D18CE621EE8}">
      <dgm:prSet phldrT="[Metin]" custT="1"/>
      <dgm:spPr/>
      <dgm:t>
        <a:bodyPr/>
        <a:lstStyle/>
        <a:p>
          <a:r>
            <a:rPr lang="tr-TR" sz="1100" b="1"/>
            <a:t>cümle</a:t>
          </a:r>
        </a:p>
      </dgm:t>
    </dgm:pt>
    <dgm:pt modelId="{68CCFC9E-3B16-4959-BAA3-6279C0A3F5F7}" type="parTrans" cxnId="{730D8C9D-F8AD-4823-BAF0-F3FE7140E4CF}">
      <dgm:prSet/>
      <dgm:spPr/>
      <dgm:t>
        <a:bodyPr/>
        <a:lstStyle/>
        <a:p>
          <a:endParaRPr lang="tr-TR"/>
        </a:p>
      </dgm:t>
    </dgm:pt>
    <dgm:pt modelId="{A3DC5B1C-922F-4F1F-9ECA-BA8C16507315}" type="sibTrans" cxnId="{730D8C9D-F8AD-4823-BAF0-F3FE7140E4CF}">
      <dgm:prSet/>
      <dgm:spPr/>
      <dgm:t>
        <a:bodyPr/>
        <a:lstStyle/>
        <a:p>
          <a:endParaRPr lang="tr-TR"/>
        </a:p>
      </dgm:t>
    </dgm:pt>
    <dgm:pt modelId="{A735E98C-7C89-4A07-9AC8-C454B7B31977}">
      <dgm:prSet phldrT="[Metin]" custT="1"/>
      <dgm:spPr/>
      <dgm:t>
        <a:bodyPr/>
        <a:lstStyle/>
        <a:p>
          <a:r>
            <a:rPr lang="tr-TR" sz="1100" b="1"/>
            <a:t>kelime</a:t>
          </a:r>
        </a:p>
      </dgm:t>
    </dgm:pt>
    <dgm:pt modelId="{B3601835-8E57-47F0-959D-F3C3FAF34F74}" type="parTrans" cxnId="{90186A44-EC93-490B-98CB-E3DD901B8E81}">
      <dgm:prSet/>
      <dgm:spPr/>
      <dgm:t>
        <a:bodyPr/>
        <a:lstStyle/>
        <a:p>
          <a:endParaRPr lang="tr-TR"/>
        </a:p>
      </dgm:t>
    </dgm:pt>
    <dgm:pt modelId="{8DA5213A-D4ED-4DEE-8BA3-02648308B039}" type="sibTrans" cxnId="{90186A44-EC93-490B-98CB-E3DD901B8E81}">
      <dgm:prSet/>
      <dgm:spPr/>
      <dgm:t>
        <a:bodyPr/>
        <a:lstStyle/>
        <a:p>
          <a:endParaRPr lang="tr-TR"/>
        </a:p>
      </dgm:t>
    </dgm:pt>
    <dgm:pt modelId="{86706857-D1D3-4C3C-948D-56288A68CC2C}">
      <dgm:prSet phldrT="[Metin]" custT="1"/>
      <dgm:spPr/>
      <dgm:t>
        <a:bodyPr/>
        <a:lstStyle/>
        <a:p>
          <a:r>
            <a:rPr lang="tr-TR" sz="1100" b="1"/>
            <a:t>ses</a:t>
          </a:r>
        </a:p>
      </dgm:t>
    </dgm:pt>
    <dgm:pt modelId="{569C4801-22F5-49E3-83AA-8196946C2B89}" type="parTrans" cxnId="{8E017177-DBF5-4851-8E99-B37FDB08AE6D}">
      <dgm:prSet/>
      <dgm:spPr/>
      <dgm:t>
        <a:bodyPr/>
        <a:lstStyle/>
        <a:p>
          <a:endParaRPr lang="tr-TR"/>
        </a:p>
      </dgm:t>
    </dgm:pt>
    <dgm:pt modelId="{1982C240-7823-4613-B9BC-0788B05DD9B9}" type="sibTrans" cxnId="{8E017177-DBF5-4851-8E99-B37FDB08AE6D}">
      <dgm:prSet/>
      <dgm:spPr/>
      <dgm:t>
        <a:bodyPr/>
        <a:lstStyle/>
        <a:p>
          <a:endParaRPr lang="tr-TR"/>
        </a:p>
      </dgm:t>
    </dgm:pt>
    <dgm:pt modelId="{970C3895-8CA6-4809-BA05-3366388D286E}">
      <dgm:prSet phldrT="[Metin]" custT="1"/>
      <dgm:spPr/>
      <dgm:t>
        <a:bodyPr/>
        <a:lstStyle/>
        <a:p>
          <a:r>
            <a:rPr lang="tr-TR" sz="1100" b="1"/>
            <a:t>hece</a:t>
          </a:r>
        </a:p>
      </dgm:t>
    </dgm:pt>
    <dgm:pt modelId="{E506048B-08D6-4D9B-9700-F576FF78671F}" type="sibTrans" cxnId="{61F5A47A-3DE8-4B0F-8707-72593D0E9BA9}">
      <dgm:prSet/>
      <dgm:spPr/>
      <dgm:t>
        <a:bodyPr/>
        <a:lstStyle/>
        <a:p>
          <a:endParaRPr lang="tr-TR"/>
        </a:p>
      </dgm:t>
    </dgm:pt>
    <dgm:pt modelId="{780D6934-DB1F-459C-B88E-DD0F918C780F}" type="parTrans" cxnId="{61F5A47A-3DE8-4B0F-8707-72593D0E9BA9}">
      <dgm:prSet/>
      <dgm:spPr/>
      <dgm:t>
        <a:bodyPr/>
        <a:lstStyle/>
        <a:p>
          <a:endParaRPr lang="tr-TR"/>
        </a:p>
      </dgm:t>
    </dgm:pt>
    <dgm:pt modelId="{E7B748BB-15AE-4D83-BD81-EA71A1B062F4}" type="pres">
      <dgm:prSet presAssocID="{F767C50F-8091-438A-BE77-682B40A61C84}" presName="compositeShape" presStyleCnt="0">
        <dgm:presLayoutVars>
          <dgm:dir/>
          <dgm:resizeHandles/>
        </dgm:presLayoutVars>
      </dgm:prSet>
      <dgm:spPr/>
      <dgm:t>
        <a:bodyPr/>
        <a:lstStyle/>
        <a:p>
          <a:endParaRPr lang="tr-TR"/>
        </a:p>
      </dgm:t>
    </dgm:pt>
    <dgm:pt modelId="{5DBFF6EF-CB8E-488D-B6D7-14E1DDF9442B}" type="pres">
      <dgm:prSet presAssocID="{F767C50F-8091-438A-BE77-682B40A61C84}" presName="pyramid" presStyleLbl="node1" presStyleIdx="0" presStyleCnt="1" custLinFactNeighborX="676" custLinFactNeighborY="2703"/>
      <dgm:spPr/>
    </dgm:pt>
    <dgm:pt modelId="{F5B850B4-31C7-4D2D-994F-620708A0EDA2}" type="pres">
      <dgm:prSet presAssocID="{F767C50F-8091-438A-BE77-682B40A61C84}" presName="theList" presStyleCnt="0"/>
      <dgm:spPr/>
    </dgm:pt>
    <dgm:pt modelId="{62DDBCCA-95E9-4730-85CD-56DB864C984C}" type="pres">
      <dgm:prSet presAssocID="{DC10C7D8-16DC-4F42-A2F6-3D18CE621EE8}" presName="aNode" presStyleLbl="fgAcc1" presStyleIdx="0" presStyleCnt="4">
        <dgm:presLayoutVars>
          <dgm:bulletEnabled val="1"/>
        </dgm:presLayoutVars>
      </dgm:prSet>
      <dgm:spPr/>
      <dgm:t>
        <a:bodyPr/>
        <a:lstStyle/>
        <a:p>
          <a:endParaRPr lang="tr-TR"/>
        </a:p>
      </dgm:t>
    </dgm:pt>
    <dgm:pt modelId="{B1AA94C7-B0C7-4A79-8CB2-8A3FD52704E0}" type="pres">
      <dgm:prSet presAssocID="{DC10C7D8-16DC-4F42-A2F6-3D18CE621EE8}" presName="aSpace" presStyleCnt="0"/>
      <dgm:spPr/>
    </dgm:pt>
    <dgm:pt modelId="{3C804A5A-5E59-4339-B760-5D6D611B846B}" type="pres">
      <dgm:prSet presAssocID="{A735E98C-7C89-4A07-9AC8-C454B7B31977}" presName="aNode" presStyleLbl="fgAcc1" presStyleIdx="1" presStyleCnt="4">
        <dgm:presLayoutVars>
          <dgm:bulletEnabled val="1"/>
        </dgm:presLayoutVars>
      </dgm:prSet>
      <dgm:spPr/>
      <dgm:t>
        <a:bodyPr/>
        <a:lstStyle/>
        <a:p>
          <a:endParaRPr lang="tr-TR"/>
        </a:p>
      </dgm:t>
    </dgm:pt>
    <dgm:pt modelId="{1E5FB6B6-6690-498A-B377-FD1C05039864}" type="pres">
      <dgm:prSet presAssocID="{A735E98C-7C89-4A07-9AC8-C454B7B31977}" presName="aSpace" presStyleCnt="0"/>
      <dgm:spPr/>
    </dgm:pt>
    <dgm:pt modelId="{59433C8A-E31C-4C0B-9F25-A967CA1B0C48}" type="pres">
      <dgm:prSet presAssocID="{970C3895-8CA6-4809-BA05-3366388D286E}" presName="aNode" presStyleLbl="fgAcc1" presStyleIdx="2" presStyleCnt="4">
        <dgm:presLayoutVars>
          <dgm:bulletEnabled val="1"/>
        </dgm:presLayoutVars>
      </dgm:prSet>
      <dgm:spPr/>
      <dgm:t>
        <a:bodyPr/>
        <a:lstStyle/>
        <a:p>
          <a:endParaRPr lang="tr-TR"/>
        </a:p>
      </dgm:t>
    </dgm:pt>
    <dgm:pt modelId="{31D7F761-EB05-4DC0-9E40-FB56DFF31F59}" type="pres">
      <dgm:prSet presAssocID="{970C3895-8CA6-4809-BA05-3366388D286E}" presName="aSpace" presStyleCnt="0"/>
      <dgm:spPr/>
    </dgm:pt>
    <dgm:pt modelId="{6D625D7B-51F4-454A-B571-77DB95683655}" type="pres">
      <dgm:prSet presAssocID="{86706857-D1D3-4C3C-948D-56288A68CC2C}" presName="aNode" presStyleLbl="fgAcc1" presStyleIdx="3" presStyleCnt="4">
        <dgm:presLayoutVars>
          <dgm:bulletEnabled val="1"/>
        </dgm:presLayoutVars>
      </dgm:prSet>
      <dgm:spPr/>
      <dgm:t>
        <a:bodyPr/>
        <a:lstStyle/>
        <a:p>
          <a:endParaRPr lang="tr-TR"/>
        </a:p>
      </dgm:t>
    </dgm:pt>
    <dgm:pt modelId="{564206EB-6B19-4557-8D28-21B6F9309B12}" type="pres">
      <dgm:prSet presAssocID="{86706857-D1D3-4C3C-948D-56288A68CC2C}" presName="aSpace" presStyleCnt="0"/>
      <dgm:spPr/>
    </dgm:pt>
  </dgm:ptLst>
  <dgm:cxnLst>
    <dgm:cxn modelId="{8E017177-DBF5-4851-8E99-B37FDB08AE6D}" srcId="{F767C50F-8091-438A-BE77-682B40A61C84}" destId="{86706857-D1D3-4C3C-948D-56288A68CC2C}" srcOrd="3" destOrd="0" parTransId="{569C4801-22F5-49E3-83AA-8196946C2B89}" sibTransId="{1982C240-7823-4613-B9BC-0788B05DD9B9}"/>
    <dgm:cxn modelId="{A6254529-26E2-4BE2-A44E-E5FF7B5AB448}" type="presOf" srcId="{DC10C7D8-16DC-4F42-A2F6-3D18CE621EE8}" destId="{62DDBCCA-95E9-4730-85CD-56DB864C984C}" srcOrd="0" destOrd="0" presId="urn:microsoft.com/office/officeart/2005/8/layout/pyramid2"/>
    <dgm:cxn modelId="{730D8C9D-F8AD-4823-BAF0-F3FE7140E4CF}" srcId="{F767C50F-8091-438A-BE77-682B40A61C84}" destId="{DC10C7D8-16DC-4F42-A2F6-3D18CE621EE8}" srcOrd="0" destOrd="0" parTransId="{68CCFC9E-3B16-4959-BAA3-6279C0A3F5F7}" sibTransId="{A3DC5B1C-922F-4F1F-9ECA-BA8C16507315}"/>
    <dgm:cxn modelId="{90186A44-EC93-490B-98CB-E3DD901B8E81}" srcId="{F767C50F-8091-438A-BE77-682B40A61C84}" destId="{A735E98C-7C89-4A07-9AC8-C454B7B31977}" srcOrd="1" destOrd="0" parTransId="{B3601835-8E57-47F0-959D-F3C3FAF34F74}" sibTransId="{8DA5213A-D4ED-4DEE-8BA3-02648308B039}"/>
    <dgm:cxn modelId="{61F5A47A-3DE8-4B0F-8707-72593D0E9BA9}" srcId="{F767C50F-8091-438A-BE77-682B40A61C84}" destId="{970C3895-8CA6-4809-BA05-3366388D286E}" srcOrd="2" destOrd="0" parTransId="{780D6934-DB1F-459C-B88E-DD0F918C780F}" sibTransId="{E506048B-08D6-4D9B-9700-F576FF78671F}"/>
    <dgm:cxn modelId="{61E7D048-57C8-4FA8-AD8D-AB5138A6EFDA}" type="presOf" srcId="{970C3895-8CA6-4809-BA05-3366388D286E}" destId="{59433C8A-E31C-4C0B-9F25-A967CA1B0C48}" srcOrd="0" destOrd="0" presId="urn:microsoft.com/office/officeart/2005/8/layout/pyramid2"/>
    <dgm:cxn modelId="{85B9CB70-4D48-42BB-B7A4-68F61012D60B}" type="presOf" srcId="{F767C50F-8091-438A-BE77-682B40A61C84}" destId="{E7B748BB-15AE-4D83-BD81-EA71A1B062F4}" srcOrd="0" destOrd="0" presId="urn:microsoft.com/office/officeart/2005/8/layout/pyramid2"/>
    <dgm:cxn modelId="{3BDB7C57-8D55-42C7-8623-0F98CD17E20B}" type="presOf" srcId="{A735E98C-7C89-4A07-9AC8-C454B7B31977}" destId="{3C804A5A-5E59-4339-B760-5D6D611B846B}" srcOrd="0" destOrd="0" presId="urn:microsoft.com/office/officeart/2005/8/layout/pyramid2"/>
    <dgm:cxn modelId="{500C519C-1B97-4911-B7A5-73EB1596FF74}" type="presOf" srcId="{86706857-D1D3-4C3C-948D-56288A68CC2C}" destId="{6D625D7B-51F4-454A-B571-77DB95683655}" srcOrd="0" destOrd="0" presId="urn:microsoft.com/office/officeart/2005/8/layout/pyramid2"/>
    <dgm:cxn modelId="{72115A3B-F080-4E4B-BC56-D0F3C9CFE0DA}" type="presParOf" srcId="{E7B748BB-15AE-4D83-BD81-EA71A1B062F4}" destId="{5DBFF6EF-CB8E-488D-B6D7-14E1DDF9442B}" srcOrd="0" destOrd="0" presId="urn:microsoft.com/office/officeart/2005/8/layout/pyramid2"/>
    <dgm:cxn modelId="{6DB95348-8165-4BAB-B84B-579F6C4C86AD}" type="presParOf" srcId="{E7B748BB-15AE-4D83-BD81-EA71A1B062F4}" destId="{F5B850B4-31C7-4D2D-994F-620708A0EDA2}" srcOrd="1" destOrd="0" presId="urn:microsoft.com/office/officeart/2005/8/layout/pyramid2"/>
    <dgm:cxn modelId="{CA817167-7400-4EFE-86BC-17D6B71CEE00}" type="presParOf" srcId="{F5B850B4-31C7-4D2D-994F-620708A0EDA2}" destId="{62DDBCCA-95E9-4730-85CD-56DB864C984C}" srcOrd="0" destOrd="0" presId="urn:microsoft.com/office/officeart/2005/8/layout/pyramid2"/>
    <dgm:cxn modelId="{D8EA12C3-DC0C-4646-BDD7-72CEE063D46B}" type="presParOf" srcId="{F5B850B4-31C7-4D2D-994F-620708A0EDA2}" destId="{B1AA94C7-B0C7-4A79-8CB2-8A3FD52704E0}" srcOrd="1" destOrd="0" presId="urn:microsoft.com/office/officeart/2005/8/layout/pyramid2"/>
    <dgm:cxn modelId="{F433D3D4-E80B-4A36-8026-E16F1FC57718}" type="presParOf" srcId="{F5B850B4-31C7-4D2D-994F-620708A0EDA2}" destId="{3C804A5A-5E59-4339-B760-5D6D611B846B}" srcOrd="2" destOrd="0" presId="urn:microsoft.com/office/officeart/2005/8/layout/pyramid2"/>
    <dgm:cxn modelId="{9F7D991B-3982-49A1-97CC-80C68DF99E38}" type="presParOf" srcId="{F5B850B4-31C7-4D2D-994F-620708A0EDA2}" destId="{1E5FB6B6-6690-498A-B377-FD1C05039864}" srcOrd="3" destOrd="0" presId="urn:microsoft.com/office/officeart/2005/8/layout/pyramid2"/>
    <dgm:cxn modelId="{DC6FFB58-1BC7-4672-AAF8-277FB5A9D6C8}" type="presParOf" srcId="{F5B850B4-31C7-4D2D-994F-620708A0EDA2}" destId="{59433C8A-E31C-4C0B-9F25-A967CA1B0C48}" srcOrd="4" destOrd="0" presId="urn:microsoft.com/office/officeart/2005/8/layout/pyramid2"/>
    <dgm:cxn modelId="{DA3F54AE-8FF3-496A-99D1-A361C690956D}" type="presParOf" srcId="{F5B850B4-31C7-4D2D-994F-620708A0EDA2}" destId="{31D7F761-EB05-4DC0-9E40-FB56DFF31F59}" srcOrd="5" destOrd="0" presId="urn:microsoft.com/office/officeart/2005/8/layout/pyramid2"/>
    <dgm:cxn modelId="{09E52B84-7F9B-4072-BA6D-D888E6101367}" type="presParOf" srcId="{F5B850B4-31C7-4D2D-994F-620708A0EDA2}" destId="{6D625D7B-51F4-454A-B571-77DB95683655}" srcOrd="6" destOrd="0" presId="urn:microsoft.com/office/officeart/2005/8/layout/pyramid2"/>
    <dgm:cxn modelId="{B83369C8-08F4-4EBC-A09A-E5E0CFA74FAC}" type="presParOf" srcId="{F5B850B4-31C7-4D2D-994F-620708A0EDA2}" destId="{564206EB-6B19-4557-8D28-21B6F9309B12}" srcOrd="7" destOrd="0" presId="urn:microsoft.com/office/officeart/2005/8/layout/pyramid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8BD260E-4993-4145-AF1A-73503D005384}"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tr-TR"/>
        </a:p>
      </dgm:t>
    </dgm:pt>
    <dgm:pt modelId="{D0B1629C-3037-4D2E-B7D4-E5D58963F41B}">
      <dgm:prSet phldrT="[Metin]" custT="1"/>
      <dgm:spPr/>
      <dgm:t>
        <a:bodyPr/>
        <a:lstStyle/>
        <a:p>
          <a:r>
            <a:rPr lang="tr-TR" sz="1400" b="1" dirty="0">
              <a:solidFill>
                <a:schemeClr val="tx1"/>
              </a:solidFill>
              <a:latin typeface="Times New Roman" pitchFamily="18" charset="0"/>
              <a:cs typeface="Times New Roman" pitchFamily="18" charset="0"/>
            </a:rPr>
            <a:t>Okuma öncesi stratejileri</a:t>
          </a:r>
        </a:p>
      </dgm:t>
    </dgm:pt>
    <dgm:pt modelId="{8684B795-D3FA-4896-8C34-B78E675EC430}" type="parTrans" cxnId="{3570C056-C354-4BC6-966E-9BA6D1E81FEC}">
      <dgm:prSet/>
      <dgm:spPr/>
      <dgm:t>
        <a:bodyPr/>
        <a:lstStyle/>
        <a:p>
          <a:endParaRPr lang="tr-TR"/>
        </a:p>
      </dgm:t>
    </dgm:pt>
    <dgm:pt modelId="{E881E43C-C723-48A1-8F28-B76219C0703D}" type="sibTrans" cxnId="{3570C056-C354-4BC6-966E-9BA6D1E81FEC}">
      <dgm:prSet/>
      <dgm:spPr/>
      <dgm:t>
        <a:bodyPr/>
        <a:lstStyle/>
        <a:p>
          <a:endParaRPr lang="tr-TR"/>
        </a:p>
      </dgm:t>
    </dgm:pt>
    <dgm:pt modelId="{FAFAEB5F-954D-4E5D-94B7-49815C13B44A}">
      <dgm:prSet phldrT="[Metin]" custT="1"/>
      <dgm:spPr/>
      <dgm:t>
        <a:bodyPr/>
        <a:lstStyle/>
        <a:p>
          <a:r>
            <a:rPr lang="tr-TR" sz="1400" dirty="0">
              <a:latin typeface="Times New Roman" pitchFamily="18" charset="0"/>
              <a:cs typeface="Times New Roman" pitchFamily="18" charset="0"/>
            </a:rPr>
            <a:t>okuma amacını saptamak</a:t>
          </a:r>
        </a:p>
      </dgm:t>
    </dgm:pt>
    <dgm:pt modelId="{39CF0DBD-8D6E-489A-ADE1-CEB5E4D8FB02}" type="parTrans" cxnId="{B559A66B-CABB-403C-899D-C49A9462EDDD}">
      <dgm:prSet/>
      <dgm:spPr/>
      <dgm:t>
        <a:bodyPr/>
        <a:lstStyle/>
        <a:p>
          <a:endParaRPr lang="tr-TR"/>
        </a:p>
      </dgm:t>
    </dgm:pt>
    <dgm:pt modelId="{EACBFBCC-CAC9-4F51-8699-3688C8CAD59A}" type="sibTrans" cxnId="{B559A66B-CABB-403C-899D-C49A9462EDDD}">
      <dgm:prSet/>
      <dgm:spPr/>
      <dgm:t>
        <a:bodyPr/>
        <a:lstStyle/>
        <a:p>
          <a:endParaRPr lang="tr-TR"/>
        </a:p>
      </dgm:t>
    </dgm:pt>
    <dgm:pt modelId="{61B677DF-11AC-43C5-8700-7743045A9B10}">
      <dgm:prSet phldrT="[Metin]" custT="1"/>
      <dgm:spPr/>
      <dgm:t>
        <a:bodyPr/>
        <a:lstStyle/>
        <a:p>
          <a:r>
            <a:rPr lang="tr-TR" sz="1400" dirty="0">
              <a:latin typeface="Times New Roman" pitchFamily="18" charset="0"/>
              <a:cs typeface="Times New Roman" pitchFamily="18" charset="0"/>
            </a:rPr>
            <a:t>metin türünü ve hızını belirlemek</a:t>
          </a:r>
        </a:p>
      </dgm:t>
    </dgm:pt>
    <dgm:pt modelId="{F0C284F7-0FFA-42CA-A2EE-2B84105903BD}" type="parTrans" cxnId="{E3349C4F-9482-45CE-93D0-7F19E0B0FF9E}">
      <dgm:prSet/>
      <dgm:spPr/>
      <dgm:t>
        <a:bodyPr/>
        <a:lstStyle/>
        <a:p>
          <a:endParaRPr lang="tr-TR"/>
        </a:p>
      </dgm:t>
    </dgm:pt>
    <dgm:pt modelId="{1CD98F6B-C2C4-4F55-B901-13A0B9EB2D3D}" type="sibTrans" cxnId="{E3349C4F-9482-45CE-93D0-7F19E0B0FF9E}">
      <dgm:prSet/>
      <dgm:spPr/>
      <dgm:t>
        <a:bodyPr/>
        <a:lstStyle/>
        <a:p>
          <a:endParaRPr lang="tr-TR"/>
        </a:p>
      </dgm:t>
    </dgm:pt>
    <dgm:pt modelId="{85BF9231-4D2F-450E-9DDD-435C7A997B8C}">
      <dgm:prSet phldrT="[Metin]" custT="1"/>
      <dgm:spPr/>
      <dgm:t>
        <a:bodyPr/>
        <a:lstStyle/>
        <a:p>
          <a:r>
            <a:rPr lang="tr-TR" sz="1400" b="1" dirty="0">
              <a:solidFill>
                <a:schemeClr val="tx1"/>
              </a:solidFill>
              <a:latin typeface="Times New Roman" pitchFamily="18" charset="0"/>
              <a:cs typeface="Times New Roman" pitchFamily="18" charset="0"/>
            </a:rPr>
            <a:t>Okuma anı stratejileri</a:t>
          </a:r>
        </a:p>
      </dgm:t>
    </dgm:pt>
    <dgm:pt modelId="{6B639FE9-E669-4B39-A423-D0D734BC1822}" type="parTrans" cxnId="{48C0E5EB-E38C-4272-B34C-6B45DCC91C31}">
      <dgm:prSet/>
      <dgm:spPr/>
      <dgm:t>
        <a:bodyPr/>
        <a:lstStyle/>
        <a:p>
          <a:endParaRPr lang="tr-TR"/>
        </a:p>
      </dgm:t>
    </dgm:pt>
    <dgm:pt modelId="{5C869F1D-7C33-4E8F-AFB7-B2D962F27022}" type="sibTrans" cxnId="{48C0E5EB-E38C-4272-B34C-6B45DCC91C31}">
      <dgm:prSet/>
      <dgm:spPr/>
      <dgm:t>
        <a:bodyPr/>
        <a:lstStyle/>
        <a:p>
          <a:endParaRPr lang="tr-TR"/>
        </a:p>
      </dgm:t>
    </dgm:pt>
    <dgm:pt modelId="{DBD12BC1-1754-4BC6-B86A-97309C8BA05D}">
      <dgm:prSet phldrT="[Metin]" custT="1"/>
      <dgm:spPr/>
      <dgm:t>
        <a:bodyPr/>
        <a:lstStyle/>
        <a:p>
          <a:r>
            <a:rPr lang="tr-TR" sz="1400" dirty="0">
              <a:latin typeface="Times New Roman" pitchFamily="18" charset="0"/>
              <a:cs typeface="Times New Roman" pitchFamily="18" charset="0"/>
            </a:rPr>
            <a:t>amaca uygun bir hızda </a:t>
          </a:r>
          <a:r>
            <a:rPr lang="tr-TR" sz="1400" dirty="0" smtClean="0">
              <a:latin typeface="Times New Roman" pitchFamily="18" charset="0"/>
              <a:cs typeface="Times New Roman" pitchFamily="18" charset="0"/>
            </a:rPr>
            <a:t>okumak</a:t>
          </a:r>
          <a:endParaRPr lang="tr-TR" sz="1400" dirty="0">
            <a:latin typeface="Times New Roman" pitchFamily="18" charset="0"/>
            <a:cs typeface="Times New Roman" pitchFamily="18" charset="0"/>
          </a:endParaRPr>
        </a:p>
      </dgm:t>
    </dgm:pt>
    <dgm:pt modelId="{E48553CA-8CF5-4280-81D4-A2D7B0248D2B}" type="parTrans" cxnId="{A37E5FF3-6502-4FE1-B052-ACC145D76316}">
      <dgm:prSet/>
      <dgm:spPr/>
      <dgm:t>
        <a:bodyPr/>
        <a:lstStyle/>
        <a:p>
          <a:endParaRPr lang="tr-TR"/>
        </a:p>
      </dgm:t>
    </dgm:pt>
    <dgm:pt modelId="{C234015E-6D84-4FCA-9C46-50C0F0E10E3B}" type="sibTrans" cxnId="{A37E5FF3-6502-4FE1-B052-ACC145D76316}">
      <dgm:prSet/>
      <dgm:spPr/>
      <dgm:t>
        <a:bodyPr/>
        <a:lstStyle/>
        <a:p>
          <a:endParaRPr lang="tr-TR"/>
        </a:p>
      </dgm:t>
    </dgm:pt>
    <dgm:pt modelId="{D4FDC3A5-E1F0-46C3-BB01-CF8BA6451FEF}">
      <dgm:prSet phldrT="[Metin]" custT="1"/>
      <dgm:spPr/>
      <dgm:t>
        <a:bodyPr/>
        <a:lstStyle/>
        <a:p>
          <a:r>
            <a:rPr lang="tr-TR" sz="1400" dirty="0">
              <a:latin typeface="Times New Roman" pitchFamily="18" charset="0"/>
              <a:cs typeface="Times New Roman" pitchFamily="18" charset="0"/>
            </a:rPr>
            <a:t>sözcük ve metin düzeyinde çıkarımda bulunmak</a:t>
          </a:r>
        </a:p>
      </dgm:t>
    </dgm:pt>
    <dgm:pt modelId="{3EBEBCB3-5715-4073-8A80-D64A04DBCFD0}" type="parTrans" cxnId="{974BB2FE-DAE8-4B0D-8F64-A494CE0B656B}">
      <dgm:prSet/>
      <dgm:spPr/>
      <dgm:t>
        <a:bodyPr/>
        <a:lstStyle/>
        <a:p>
          <a:endParaRPr lang="tr-TR"/>
        </a:p>
      </dgm:t>
    </dgm:pt>
    <dgm:pt modelId="{219C3FBC-D5E9-4DA1-980D-ECC58121665D}" type="sibTrans" cxnId="{974BB2FE-DAE8-4B0D-8F64-A494CE0B656B}">
      <dgm:prSet/>
      <dgm:spPr/>
      <dgm:t>
        <a:bodyPr/>
        <a:lstStyle/>
        <a:p>
          <a:endParaRPr lang="tr-TR"/>
        </a:p>
      </dgm:t>
    </dgm:pt>
    <dgm:pt modelId="{B7A43350-3DA7-4987-AE73-A4F8AE583126}">
      <dgm:prSet phldrT="[Metin]" custT="1"/>
      <dgm:spPr/>
      <dgm:t>
        <a:bodyPr/>
        <a:lstStyle/>
        <a:p>
          <a:r>
            <a:rPr lang="tr-TR" sz="1400" b="1" dirty="0">
              <a:solidFill>
                <a:schemeClr val="tx1"/>
              </a:solidFill>
              <a:latin typeface="Times New Roman" pitchFamily="18" charset="0"/>
              <a:cs typeface="Times New Roman" pitchFamily="18" charset="0"/>
            </a:rPr>
            <a:t>Okuma sonrası stratejileri</a:t>
          </a:r>
        </a:p>
      </dgm:t>
    </dgm:pt>
    <dgm:pt modelId="{4FEE88A9-F300-4448-A505-E2334C0A02E6}" type="parTrans" cxnId="{65183892-5622-4324-B984-7EEE069085EF}">
      <dgm:prSet/>
      <dgm:spPr/>
      <dgm:t>
        <a:bodyPr/>
        <a:lstStyle/>
        <a:p>
          <a:endParaRPr lang="tr-TR"/>
        </a:p>
      </dgm:t>
    </dgm:pt>
    <dgm:pt modelId="{B1666A0E-5D2A-4363-8496-17910E4198E8}" type="sibTrans" cxnId="{65183892-5622-4324-B984-7EEE069085EF}">
      <dgm:prSet/>
      <dgm:spPr/>
      <dgm:t>
        <a:bodyPr/>
        <a:lstStyle/>
        <a:p>
          <a:endParaRPr lang="tr-TR"/>
        </a:p>
      </dgm:t>
    </dgm:pt>
    <dgm:pt modelId="{0F44FDA1-9B9C-49B5-8896-1DF1F8C1E4E7}">
      <dgm:prSet phldrT="[Metin]" custT="1"/>
      <dgm:spPr/>
      <dgm:t>
        <a:bodyPr/>
        <a:lstStyle/>
        <a:p>
          <a:pPr algn="l"/>
          <a:r>
            <a:rPr lang="tr-TR" sz="1400" dirty="0">
              <a:latin typeface="Times New Roman" pitchFamily="18" charset="0"/>
              <a:cs typeface="Times New Roman" pitchFamily="18" charset="0"/>
            </a:rPr>
            <a:t>okuma öncesi öngörüleri gözden geçirmek ve sonuç çıkarmak</a:t>
          </a:r>
        </a:p>
      </dgm:t>
    </dgm:pt>
    <dgm:pt modelId="{EA4AD3E4-BE83-4516-9566-701A9D74B3FF}" type="parTrans" cxnId="{2270C95C-F9FE-4627-864A-71200158CADF}">
      <dgm:prSet/>
      <dgm:spPr/>
      <dgm:t>
        <a:bodyPr/>
        <a:lstStyle/>
        <a:p>
          <a:endParaRPr lang="tr-TR"/>
        </a:p>
      </dgm:t>
    </dgm:pt>
    <dgm:pt modelId="{90FDD314-0415-46A5-B578-A846683561E6}" type="sibTrans" cxnId="{2270C95C-F9FE-4627-864A-71200158CADF}">
      <dgm:prSet/>
      <dgm:spPr/>
      <dgm:t>
        <a:bodyPr/>
        <a:lstStyle/>
        <a:p>
          <a:endParaRPr lang="tr-TR"/>
        </a:p>
      </dgm:t>
    </dgm:pt>
    <dgm:pt modelId="{CD649756-2E08-471A-9A36-B37E7ACAB122}">
      <dgm:prSet phldrT="[Metin]" custT="1"/>
      <dgm:spPr/>
      <dgm:t>
        <a:bodyPr/>
        <a:lstStyle/>
        <a:p>
          <a:pPr algn="just"/>
          <a:r>
            <a:rPr lang="tr-TR" sz="1400" dirty="0">
              <a:latin typeface="Times New Roman" pitchFamily="18" charset="0"/>
              <a:cs typeface="Times New Roman" pitchFamily="18" charset="0"/>
            </a:rPr>
            <a:t>ana düşünceyi bulmak</a:t>
          </a:r>
        </a:p>
      </dgm:t>
    </dgm:pt>
    <dgm:pt modelId="{EE88DBE0-792C-4FA1-AF3A-F05A10EBBF54}" type="parTrans" cxnId="{75CCB981-9AA0-4E6C-8BC1-83B363119A82}">
      <dgm:prSet/>
      <dgm:spPr/>
      <dgm:t>
        <a:bodyPr/>
        <a:lstStyle/>
        <a:p>
          <a:endParaRPr lang="tr-TR"/>
        </a:p>
      </dgm:t>
    </dgm:pt>
    <dgm:pt modelId="{DF4EAE93-EE0C-4EE2-A0C0-6BB555158CC7}" type="sibTrans" cxnId="{75CCB981-9AA0-4E6C-8BC1-83B363119A82}">
      <dgm:prSet/>
      <dgm:spPr/>
      <dgm:t>
        <a:bodyPr/>
        <a:lstStyle/>
        <a:p>
          <a:endParaRPr lang="tr-TR"/>
        </a:p>
      </dgm:t>
    </dgm:pt>
    <dgm:pt modelId="{8807993B-3D77-4951-81EE-64321DC412EA}">
      <dgm:prSet phldrT="[Metin]" custT="1"/>
      <dgm:spPr/>
      <dgm:t>
        <a:bodyPr/>
        <a:lstStyle/>
        <a:p>
          <a:r>
            <a:rPr lang="tr-TR" sz="1400" dirty="0">
              <a:latin typeface="Times New Roman" pitchFamily="18" charset="0"/>
              <a:cs typeface="Times New Roman" pitchFamily="18" charset="0"/>
            </a:rPr>
            <a:t>metnin giriş ve sonuç bölümlerine göz atmak</a:t>
          </a:r>
        </a:p>
      </dgm:t>
    </dgm:pt>
    <dgm:pt modelId="{02A3D1D7-D02A-4421-ACCA-010855D41276}" type="parTrans" cxnId="{A41DE4B2-76BB-49B1-A8D8-5886998786DC}">
      <dgm:prSet/>
      <dgm:spPr/>
      <dgm:t>
        <a:bodyPr/>
        <a:lstStyle/>
        <a:p>
          <a:endParaRPr lang="tr-TR"/>
        </a:p>
      </dgm:t>
    </dgm:pt>
    <dgm:pt modelId="{4C5BC312-9E8E-48F0-ABCE-ACE277D184D9}" type="sibTrans" cxnId="{A41DE4B2-76BB-49B1-A8D8-5886998786DC}">
      <dgm:prSet/>
      <dgm:spPr/>
      <dgm:t>
        <a:bodyPr/>
        <a:lstStyle/>
        <a:p>
          <a:endParaRPr lang="tr-TR"/>
        </a:p>
      </dgm:t>
    </dgm:pt>
    <dgm:pt modelId="{D6624A22-FEC1-4936-8A51-D9659B5EF29C}">
      <dgm:prSet phldrT="[Metin]" custT="1"/>
      <dgm:spPr/>
      <dgm:t>
        <a:bodyPr/>
        <a:lstStyle/>
        <a:p>
          <a:r>
            <a:rPr lang="tr-TR" sz="1400" dirty="0">
              <a:latin typeface="Times New Roman" pitchFamily="18" charset="0"/>
              <a:cs typeface="Times New Roman" pitchFamily="18" charset="0"/>
            </a:rPr>
            <a:t>bilinmeyen sözcüklere bakmak</a:t>
          </a:r>
        </a:p>
      </dgm:t>
    </dgm:pt>
    <dgm:pt modelId="{985CD2DD-D5E2-4B01-8745-01A497A28566}" type="parTrans" cxnId="{50EC7DAF-C829-417C-AE7F-E44C0706180F}">
      <dgm:prSet/>
      <dgm:spPr/>
      <dgm:t>
        <a:bodyPr/>
        <a:lstStyle/>
        <a:p>
          <a:endParaRPr lang="tr-TR"/>
        </a:p>
      </dgm:t>
    </dgm:pt>
    <dgm:pt modelId="{CAE8DD51-33D2-4C77-A905-FF4C26712788}" type="sibTrans" cxnId="{50EC7DAF-C829-417C-AE7F-E44C0706180F}">
      <dgm:prSet/>
      <dgm:spPr/>
      <dgm:t>
        <a:bodyPr/>
        <a:lstStyle/>
        <a:p>
          <a:endParaRPr lang="tr-TR"/>
        </a:p>
      </dgm:t>
    </dgm:pt>
    <dgm:pt modelId="{A1F4A459-D616-4C56-8EB2-C02FD54E1A74}">
      <dgm:prSet phldrT="[Metin]" custT="1"/>
      <dgm:spPr/>
      <dgm:t>
        <a:bodyPr/>
        <a:lstStyle/>
        <a:p>
          <a:r>
            <a:rPr lang="tr-TR" sz="1400" dirty="0">
              <a:latin typeface="Times New Roman" pitchFamily="18" charset="0"/>
              <a:cs typeface="Times New Roman" pitchFamily="18" charset="0"/>
            </a:rPr>
            <a:t>metne dair kestirimlerde bulunmak</a:t>
          </a:r>
        </a:p>
      </dgm:t>
    </dgm:pt>
    <dgm:pt modelId="{13DE27C9-A1E5-4332-B825-5AF2EB5D22FF}" type="parTrans" cxnId="{7CDF3CBD-3189-4BE3-82E8-7343DD8D1636}">
      <dgm:prSet/>
      <dgm:spPr/>
      <dgm:t>
        <a:bodyPr/>
        <a:lstStyle/>
        <a:p>
          <a:endParaRPr lang="tr-TR"/>
        </a:p>
      </dgm:t>
    </dgm:pt>
    <dgm:pt modelId="{3D519EC3-9FD3-4D30-9DC4-A7176109F002}" type="sibTrans" cxnId="{7CDF3CBD-3189-4BE3-82E8-7343DD8D1636}">
      <dgm:prSet/>
      <dgm:spPr/>
      <dgm:t>
        <a:bodyPr/>
        <a:lstStyle/>
        <a:p>
          <a:endParaRPr lang="tr-TR"/>
        </a:p>
      </dgm:t>
    </dgm:pt>
    <dgm:pt modelId="{37C9F4B8-94BB-4C08-AEBC-5920F6A7CEA6}">
      <dgm:prSet phldrT="[Metin]" custT="1"/>
      <dgm:spPr/>
      <dgm:t>
        <a:bodyPr/>
        <a:lstStyle/>
        <a:p>
          <a:r>
            <a:rPr lang="tr-TR" sz="1400">
              <a:latin typeface="Times New Roman" pitchFamily="18" charset="0"/>
              <a:cs typeface="Times New Roman" pitchFamily="18" charset="0"/>
            </a:rPr>
            <a:t>arkadaşlarla metin üzerinde düşünmek</a:t>
          </a:r>
        </a:p>
      </dgm:t>
    </dgm:pt>
    <dgm:pt modelId="{43B46609-5FB6-4643-AE28-732F7FFE2DE0}" type="parTrans" cxnId="{26D45430-35CA-48F1-812E-4E1F68BC8219}">
      <dgm:prSet/>
      <dgm:spPr/>
      <dgm:t>
        <a:bodyPr/>
        <a:lstStyle/>
        <a:p>
          <a:endParaRPr lang="tr-TR"/>
        </a:p>
      </dgm:t>
    </dgm:pt>
    <dgm:pt modelId="{30BEC1CC-245D-459D-803B-51E1972E5144}" type="sibTrans" cxnId="{26D45430-35CA-48F1-812E-4E1F68BC8219}">
      <dgm:prSet/>
      <dgm:spPr/>
      <dgm:t>
        <a:bodyPr/>
        <a:lstStyle/>
        <a:p>
          <a:endParaRPr lang="tr-TR"/>
        </a:p>
      </dgm:t>
    </dgm:pt>
    <dgm:pt modelId="{4E65A648-98A9-4EB2-A102-6D1728A9D85E}">
      <dgm:prSet phldrT="[Metin]" custT="1"/>
      <dgm:spPr/>
      <dgm:t>
        <a:bodyPr/>
        <a:lstStyle/>
        <a:p>
          <a:r>
            <a:rPr lang="tr-TR" sz="1400" dirty="0">
              <a:latin typeface="Times New Roman" pitchFamily="18" charset="0"/>
              <a:cs typeface="Times New Roman" pitchFamily="18" charset="0"/>
            </a:rPr>
            <a:t>metnin anahtar sözcüklerini taramak</a:t>
          </a:r>
        </a:p>
      </dgm:t>
    </dgm:pt>
    <dgm:pt modelId="{B27191F4-D2D0-4D56-A979-57F98930BC7D}" type="parTrans" cxnId="{28CA2911-0DD3-4794-8B93-1A1B51664BD3}">
      <dgm:prSet/>
      <dgm:spPr/>
      <dgm:t>
        <a:bodyPr/>
        <a:lstStyle/>
        <a:p>
          <a:endParaRPr lang="tr-TR"/>
        </a:p>
      </dgm:t>
    </dgm:pt>
    <dgm:pt modelId="{861ABB73-F4ED-482D-B0A3-BACD1D3BE6D2}" type="sibTrans" cxnId="{28CA2911-0DD3-4794-8B93-1A1B51664BD3}">
      <dgm:prSet/>
      <dgm:spPr/>
      <dgm:t>
        <a:bodyPr/>
        <a:lstStyle/>
        <a:p>
          <a:endParaRPr lang="tr-TR"/>
        </a:p>
      </dgm:t>
    </dgm:pt>
    <dgm:pt modelId="{EDA8C3F1-C273-410A-9261-1D682CB41DBB}">
      <dgm:prSet phldrT="[Metin]" custT="1"/>
      <dgm:spPr/>
      <dgm:t>
        <a:bodyPr/>
        <a:lstStyle/>
        <a:p>
          <a:r>
            <a:rPr lang="tr-TR" sz="1400" dirty="0">
              <a:latin typeface="Times New Roman" pitchFamily="18" charset="0"/>
              <a:cs typeface="Times New Roman" pitchFamily="18" charset="0"/>
            </a:rPr>
            <a:t>...</a:t>
          </a:r>
        </a:p>
      </dgm:t>
    </dgm:pt>
    <dgm:pt modelId="{5FBAECD8-6F53-4BE1-90BA-F4DCC14AE263}" type="parTrans" cxnId="{99AB69E1-7B4F-4B63-9A1E-54F70F1B34DD}">
      <dgm:prSet/>
      <dgm:spPr/>
      <dgm:t>
        <a:bodyPr/>
        <a:lstStyle/>
        <a:p>
          <a:endParaRPr lang="tr-TR"/>
        </a:p>
      </dgm:t>
    </dgm:pt>
    <dgm:pt modelId="{3322F0F3-23B7-414E-BCD4-E86BA82591FB}" type="sibTrans" cxnId="{99AB69E1-7B4F-4B63-9A1E-54F70F1B34DD}">
      <dgm:prSet/>
      <dgm:spPr/>
      <dgm:t>
        <a:bodyPr/>
        <a:lstStyle/>
        <a:p>
          <a:endParaRPr lang="tr-TR"/>
        </a:p>
      </dgm:t>
    </dgm:pt>
    <dgm:pt modelId="{C34CC1A5-AA28-4347-B083-0D0B24641A1E}">
      <dgm:prSet phldrT="[Metin]" custT="1"/>
      <dgm:spPr/>
      <dgm:t>
        <a:bodyPr/>
        <a:lstStyle/>
        <a:p>
          <a:r>
            <a:rPr lang="tr-TR" sz="1400" dirty="0">
              <a:latin typeface="Times New Roman" pitchFamily="18" charset="0"/>
              <a:cs typeface="Times New Roman" pitchFamily="18" charset="0"/>
            </a:rPr>
            <a:t>başlık, diyagram ya da çizimlerden yararlanarak metnin  iletisini tahmin etmek</a:t>
          </a:r>
        </a:p>
      </dgm:t>
    </dgm:pt>
    <dgm:pt modelId="{9E3525E1-1F7F-4ABC-97F9-602AF84775EB}" type="parTrans" cxnId="{197758A5-B179-40C1-A549-34EA23440830}">
      <dgm:prSet/>
      <dgm:spPr/>
      <dgm:t>
        <a:bodyPr/>
        <a:lstStyle/>
        <a:p>
          <a:endParaRPr lang="tr-TR"/>
        </a:p>
      </dgm:t>
    </dgm:pt>
    <dgm:pt modelId="{D45BD68E-40CD-4A0F-BDF1-DF133917FB06}" type="sibTrans" cxnId="{197758A5-B179-40C1-A549-34EA23440830}">
      <dgm:prSet/>
      <dgm:spPr/>
      <dgm:t>
        <a:bodyPr/>
        <a:lstStyle/>
        <a:p>
          <a:endParaRPr lang="tr-TR"/>
        </a:p>
      </dgm:t>
    </dgm:pt>
    <dgm:pt modelId="{33A5F1CB-58F5-4802-AB61-8C2DC7BCA3BF}">
      <dgm:prSet phldrT="[Metin]" custT="1"/>
      <dgm:spPr/>
      <dgm:t>
        <a:bodyPr/>
        <a:lstStyle/>
        <a:p>
          <a:r>
            <a:rPr lang="tr-TR" sz="1400" dirty="0">
              <a:latin typeface="Times New Roman" pitchFamily="18" charset="0"/>
              <a:cs typeface="Times New Roman" pitchFamily="18" charset="0"/>
            </a:rPr>
            <a:t>not almak</a:t>
          </a:r>
        </a:p>
      </dgm:t>
    </dgm:pt>
    <dgm:pt modelId="{E1508313-130F-4DB6-9576-7112FA4A68C0}" type="parTrans" cxnId="{52EF029A-1B1E-4C2B-9D13-15E4AFCB5E44}">
      <dgm:prSet/>
      <dgm:spPr/>
      <dgm:t>
        <a:bodyPr/>
        <a:lstStyle/>
        <a:p>
          <a:endParaRPr lang="tr-TR"/>
        </a:p>
      </dgm:t>
    </dgm:pt>
    <dgm:pt modelId="{898AE5D0-8A0E-441A-99CD-C830CA989344}" type="sibTrans" cxnId="{52EF029A-1B1E-4C2B-9D13-15E4AFCB5E44}">
      <dgm:prSet/>
      <dgm:spPr/>
      <dgm:t>
        <a:bodyPr/>
        <a:lstStyle/>
        <a:p>
          <a:endParaRPr lang="tr-TR"/>
        </a:p>
      </dgm:t>
    </dgm:pt>
    <dgm:pt modelId="{C83D6714-6DDA-4255-8AD3-A61F399A415B}">
      <dgm:prSet phldrT="[Metin]" custT="1"/>
      <dgm:spPr/>
      <dgm:t>
        <a:bodyPr/>
        <a:lstStyle/>
        <a:p>
          <a:r>
            <a:rPr lang="tr-TR" sz="1400">
              <a:latin typeface="Times New Roman" pitchFamily="18" charset="0"/>
              <a:cs typeface="Times New Roman" pitchFamily="18" charset="0"/>
            </a:rPr>
            <a:t>geri dönüşler yapmak</a:t>
          </a:r>
        </a:p>
      </dgm:t>
    </dgm:pt>
    <dgm:pt modelId="{44A710D7-D733-48A4-84E1-272D47A3CD4F}" type="parTrans" cxnId="{3C92455C-332E-44BC-B3ED-37C93415663C}">
      <dgm:prSet/>
      <dgm:spPr/>
      <dgm:t>
        <a:bodyPr/>
        <a:lstStyle/>
        <a:p>
          <a:endParaRPr lang="tr-TR"/>
        </a:p>
      </dgm:t>
    </dgm:pt>
    <dgm:pt modelId="{D3D55BD8-E769-4AEA-894E-61153CC3B3A6}" type="sibTrans" cxnId="{3C92455C-332E-44BC-B3ED-37C93415663C}">
      <dgm:prSet/>
      <dgm:spPr/>
      <dgm:t>
        <a:bodyPr/>
        <a:lstStyle/>
        <a:p>
          <a:endParaRPr lang="tr-TR"/>
        </a:p>
      </dgm:t>
    </dgm:pt>
    <dgm:pt modelId="{104959F3-8417-4F4C-B93A-4A585B7A849D}">
      <dgm:prSet phldrT="[Metin]" custT="1"/>
      <dgm:spPr/>
      <dgm:t>
        <a:bodyPr/>
        <a:lstStyle/>
        <a:p>
          <a:r>
            <a:rPr lang="tr-TR" sz="1400">
              <a:latin typeface="Times New Roman" pitchFamily="18" charset="0"/>
              <a:cs typeface="Times New Roman" pitchFamily="18" charset="0"/>
            </a:rPr>
            <a:t>önemli bilgileri takip etmek için dikkatini toplamak</a:t>
          </a:r>
        </a:p>
      </dgm:t>
    </dgm:pt>
    <dgm:pt modelId="{2723CA97-C38C-44D2-880A-85637262FEF7}" type="parTrans" cxnId="{99756D25-8BA3-4449-BFEE-6A5D8ADE45C8}">
      <dgm:prSet/>
      <dgm:spPr/>
      <dgm:t>
        <a:bodyPr/>
        <a:lstStyle/>
        <a:p>
          <a:endParaRPr lang="tr-TR"/>
        </a:p>
      </dgm:t>
    </dgm:pt>
    <dgm:pt modelId="{26A22680-DED0-4141-ADB6-23D1A375CAD5}" type="sibTrans" cxnId="{99756D25-8BA3-4449-BFEE-6A5D8ADE45C8}">
      <dgm:prSet/>
      <dgm:spPr/>
      <dgm:t>
        <a:bodyPr/>
        <a:lstStyle/>
        <a:p>
          <a:endParaRPr lang="tr-TR"/>
        </a:p>
      </dgm:t>
    </dgm:pt>
    <dgm:pt modelId="{86B03849-48E2-4564-A377-8ED602164BAA}">
      <dgm:prSet phldrT="[Metin]" custT="1"/>
      <dgm:spPr/>
      <dgm:t>
        <a:bodyPr/>
        <a:lstStyle/>
        <a:p>
          <a:r>
            <a:rPr lang="tr-TR" sz="1400">
              <a:latin typeface="Times New Roman" pitchFamily="18" charset="0"/>
              <a:cs typeface="Times New Roman" pitchFamily="18" charset="0"/>
            </a:rPr>
            <a:t>anahtar kelimelerin altını çizmek</a:t>
          </a:r>
        </a:p>
      </dgm:t>
    </dgm:pt>
    <dgm:pt modelId="{EE1DF5E1-3BEF-4A8D-8C9A-B73661FCA116}" type="parTrans" cxnId="{6D89F42B-D87D-4B8A-9636-92619655814E}">
      <dgm:prSet/>
      <dgm:spPr/>
      <dgm:t>
        <a:bodyPr/>
        <a:lstStyle/>
        <a:p>
          <a:endParaRPr lang="tr-TR"/>
        </a:p>
      </dgm:t>
    </dgm:pt>
    <dgm:pt modelId="{F5543E16-5D2A-4A8F-9DF8-12939A39DECC}" type="sibTrans" cxnId="{6D89F42B-D87D-4B8A-9636-92619655814E}">
      <dgm:prSet/>
      <dgm:spPr/>
      <dgm:t>
        <a:bodyPr/>
        <a:lstStyle/>
        <a:p>
          <a:endParaRPr lang="tr-TR"/>
        </a:p>
      </dgm:t>
    </dgm:pt>
    <dgm:pt modelId="{4DB835E7-CE92-410C-98B2-1FF73582799F}">
      <dgm:prSet phldrT="[Metin]" custT="1"/>
      <dgm:spPr/>
      <dgm:t>
        <a:bodyPr/>
        <a:lstStyle/>
        <a:p>
          <a:r>
            <a:rPr lang="tr-TR" sz="1400" dirty="0">
              <a:latin typeface="Times New Roman" pitchFamily="18" charset="0"/>
              <a:cs typeface="Times New Roman" pitchFamily="18" charset="0"/>
            </a:rPr>
            <a:t>...</a:t>
          </a:r>
        </a:p>
      </dgm:t>
    </dgm:pt>
    <dgm:pt modelId="{DBE3B5F1-5F67-468C-A347-8E0CF721D229}" type="parTrans" cxnId="{351F71E0-462C-492E-B404-2BA8370D3BD3}">
      <dgm:prSet/>
      <dgm:spPr/>
      <dgm:t>
        <a:bodyPr/>
        <a:lstStyle/>
        <a:p>
          <a:endParaRPr lang="tr-TR"/>
        </a:p>
      </dgm:t>
    </dgm:pt>
    <dgm:pt modelId="{703C6A20-AE42-4206-9D01-B2182C0E4D86}" type="sibTrans" cxnId="{351F71E0-462C-492E-B404-2BA8370D3BD3}">
      <dgm:prSet/>
      <dgm:spPr/>
      <dgm:t>
        <a:bodyPr/>
        <a:lstStyle/>
        <a:p>
          <a:endParaRPr lang="tr-TR"/>
        </a:p>
      </dgm:t>
    </dgm:pt>
    <dgm:pt modelId="{710A2EFF-E6F2-4730-ABAA-7841C61C03B4}">
      <dgm:prSet phldrT="[Metin]" custT="1"/>
      <dgm:spPr/>
      <dgm:t>
        <a:bodyPr/>
        <a:lstStyle/>
        <a:p>
          <a:pPr algn="l"/>
          <a:r>
            <a:rPr lang="tr-TR" sz="1400" dirty="0">
              <a:latin typeface="Times New Roman" pitchFamily="18" charset="0"/>
              <a:cs typeface="Times New Roman" pitchFamily="18" charset="0"/>
            </a:rPr>
            <a:t>metni özetlemek</a:t>
          </a:r>
        </a:p>
      </dgm:t>
    </dgm:pt>
    <dgm:pt modelId="{DE575B69-8916-40A6-B40C-AF7293F4F1B2}" type="parTrans" cxnId="{316113FA-BEA9-4FD5-A97E-1CA73A6BCA73}">
      <dgm:prSet/>
      <dgm:spPr/>
      <dgm:t>
        <a:bodyPr/>
        <a:lstStyle/>
        <a:p>
          <a:endParaRPr lang="tr-TR"/>
        </a:p>
      </dgm:t>
    </dgm:pt>
    <dgm:pt modelId="{1F20B6C3-2E16-4E54-A022-D64DF4FBDE68}" type="sibTrans" cxnId="{316113FA-BEA9-4FD5-A97E-1CA73A6BCA73}">
      <dgm:prSet/>
      <dgm:spPr/>
      <dgm:t>
        <a:bodyPr/>
        <a:lstStyle/>
        <a:p>
          <a:endParaRPr lang="tr-TR"/>
        </a:p>
      </dgm:t>
    </dgm:pt>
    <dgm:pt modelId="{30BC4639-F7E9-4E45-8D23-1974798A7099}">
      <dgm:prSet phldrT="[Metin]" custT="1"/>
      <dgm:spPr/>
      <dgm:t>
        <a:bodyPr/>
        <a:lstStyle/>
        <a:p>
          <a:pPr algn="l"/>
          <a:r>
            <a:rPr lang="tr-TR" sz="1400" dirty="0">
              <a:latin typeface="Times New Roman" pitchFamily="18" charset="0"/>
              <a:cs typeface="Times New Roman" pitchFamily="18" charset="0"/>
            </a:rPr>
            <a:t>metne dair kavram haritası çıkarmak</a:t>
          </a:r>
        </a:p>
      </dgm:t>
    </dgm:pt>
    <dgm:pt modelId="{69F6EE82-64F3-43C0-86D4-AD23A811061B}" type="parTrans" cxnId="{E3749202-31CE-4FE0-AA16-48BCAAC7C344}">
      <dgm:prSet/>
      <dgm:spPr/>
      <dgm:t>
        <a:bodyPr/>
        <a:lstStyle/>
        <a:p>
          <a:endParaRPr lang="tr-TR"/>
        </a:p>
      </dgm:t>
    </dgm:pt>
    <dgm:pt modelId="{E1D01A9C-22A3-41DB-85E0-C060F8D2386A}" type="sibTrans" cxnId="{E3749202-31CE-4FE0-AA16-48BCAAC7C344}">
      <dgm:prSet/>
      <dgm:spPr/>
      <dgm:t>
        <a:bodyPr/>
        <a:lstStyle/>
        <a:p>
          <a:endParaRPr lang="tr-TR"/>
        </a:p>
      </dgm:t>
    </dgm:pt>
    <dgm:pt modelId="{CC85D9C8-E627-46FB-A92B-EF686C1A6D39}">
      <dgm:prSet phldrT="[Metin]" custT="1"/>
      <dgm:spPr/>
      <dgm:t>
        <a:bodyPr/>
        <a:lstStyle/>
        <a:p>
          <a:pPr algn="l"/>
          <a:r>
            <a:rPr lang="tr-TR" sz="1400" dirty="0">
              <a:latin typeface="Times New Roman" pitchFamily="18" charset="0"/>
              <a:cs typeface="Times New Roman" pitchFamily="18" charset="0"/>
            </a:rPr>
            <a:t>anlamsal harita çıkarmak</a:t>
          </a:r>
        </a:p>
      </dgm:t>
    </dgm:pt>
    <dgm:pt modelId="{E80B7346-9FE5-4A48-AAC7-BE3C28B6D75B}" type="parTrans" cxnId="{01AE0431-49D8-495C-8AFA-691F39BD6933}">
      <dgm:prSet/>
      <dgm:spPr/>
      <dgm:t>
        <a:bodyPr/>
        <a:lstStyle/>
        <a:p>
          <a:endParaRPr lang="tr-TR"/>
        </a:p>
      </dgm:t>
    </dgm:pt>
    <dgm:pt modelId="{60ACFDF1-DDC2-4C56-A278-A171BAE97D99}" type="sibTrans" cxnId="{01AE0431-49D8-495C-8AFA-691F39BD6933}">
      <dgm:prSet/>
      <dgm:spPr/>
      <dgm:t>
        <a:bodyPr/>
        <a:lstStyle/>
        <a:p>
          <a:endParaRPr lang="tr-TR"/>
        </a:p>
      </dgm:t>
    </dgm:pt>
    <dgm:pt modelId="{00917375-099F-41C2-9406-E491049363DA}">
      <dgm:prSet phldrT="[Metin]" custT="1"/>
      <dgm:spPr/>
      <dgm:t>
        <a:bodyPr/>
        <a:lstStyle/>
        <a:p>
          <a:pPr algn="l"/>
          <a:r>
            <a:rPr lang="tr-TR" sz="1400" dirty="0">
              <a:latin typeface="Times New Roman" pitchFamily="18" charset="0"/>
              <a:cs typeface="Times New Roman" pitchFamily="18" charset="0"/>
            </a:rPr>
            <a:t>okuma anında tutulan notları ve işaretlemeleri değerlendirmek</a:t>
          </a:r>
        </a:p>
      </dgm:t>
    </dgm:pt>
    <dgm:pt modelId="{B7086473-398A-4C70-811E-604D7A879F97}" type="parTrans" cxnId="{A582BF22-A05B-46D7-B0BB-E648BF16CD23}">
      <dgm:prSet/>
      <dgm:spPr/>
      <dgm:t>
        <a:bodyPr/>
        <a:lstStyle/>
        <a:p>
          <a:endParaRPr lang="tr-TR"/>
        </a:p>
      </dgm:t>
    </dgm:pt>
    <dgm:pt modelId="{C10D7CDD-308F-4197-883C-629A5B88FD91}" type="sibTrans" cxnId="{A582BF22-A05B-46D7-B0BB-E648BF16CD23}">
      <dgm:prSet/>
      <dgm:spPr/>
      <dgm:t>
        <a:bodyPr/>
        <a:lstStyle/>
        <a:p>
          <a:endParaRPr lang="tr-TR"/>
        </a:p>
      </dgm:t>
    </dgm:pt>
    <dgm:pt modelId="{0E765726-21B7-44D0-8394-607C58A4BAAB}">
      <dgm:prSet phldrT="[Metin]" custT="1"/>
      <dgm:spPr/>
      <dgm:t>
        <a:bodyPr/>
        <a:lstStyle/>
        <a:p>
          <a:pPr algn="l"/>
          <a:r>
            <a:rPr lang="tr-TR" sz="1400" dirty="0">
              <a:latin typeface="Times New Roman" pitchFamily="18" charset="0"/>
              <a:cs typeface="Times New Roman" pitchFamily="18" charset="0"/>
            </a:rPr>
            <a:t>metni eleştirme ve metin hakkında değerlendirmeler yapmak</a:t>
          </a:r>
        </a:p>
      </dgm:t>
    </dgm:pt>
    <dgm:pt modelId="{3287638F-6C51-4617-8EAA-317FB0FC67D7}" type="parTrans" cxnId="{DC3CC7E9-B6CF-4C93-8359-1255B28FDBFA}">
      <dgm:prSet/>
      <dgm:spPr/>
      <dgm:t>
        <a:bodyPr/>
        <a:lstStyle/>
        <a:p>
          <a:endParaRPr lang="tr-TR"/>
        </a:p>
      </dgm:t>
    </dgm:pt>
    <dgm:pt modelId="{BC2C07D8-A83F-4DDB-8073-CD588C418880}" type="sibTrans" cxnId="{DC3CC7E9-B6CF-4C93-8359-1255B28FDBFA}">
      <dgm:prSet/>
      <dgm:spPr/>
      <dgm:t>
        <a:bodyPr/>
        <a:lstStyle/>
        <a:p>
          <a:endParaRPr lang="tr-TR"/>
        </a:p>
      </dgm:t>
    </dgm:pt>
    <dgm:pt modelId="{A4E67338-7769-43D9-AC43-B118290AEF77}">
      <dgm:prSet phldrT="[Metin]" custT="1"/>
      <dgm:spPr/>
      <dgm:t>
        <a:bodyPr/>
        <a:lstStyle/>
        <a:p>
          <a:pPr algn="l"/>
          <a:r>
            <a:rPr lang="tr-TR" sz="1200" dirty="0"/>
            <a:t>... </a:t>
          </a:r>
        </a:p>
      </dgm:t>
    </dgm:pt>
    <dgm:pt modelId="{A0BCB87E-D08B-4FE6-9AA7-A5089AEEBCCD}" type="parTrans" cxnId="{B872D63A-CA0E-4925-8D4A-50FF2B491894}">
      <dgm:prSet/>
      <dgm:spPr/>
      <dgm:t>
        <a:bodyPr/>
        <a:lstStyle/>
        <a:p>
          <a:endParaRPr lang="tr-TR"/>
        </a:p>
      </dgm:t>
    </dgm:pt>
    <dgm:pt modelId="{AC8BCE4A-44AC-4326-8B8C-BF5697BF29A1}" type="sibTrans" cxnId="{B872D63A-CA0E-4925-8D4A-50FF2B491894}">
      <dgm:prSet/>
      <dgm:spPr/>
      <dgm:t>
        <a:bodyPr/>
        <a:lstStyle/>
        <a:p>
          <a:endParaRPr lang="tr-TR"/>
        </a:p>
      </dgm:t>
    </dgm:pt>
    <dgm:pt modelId="{FEB36065-1954-414D-AE40-0379101646CE}" type="pres">
      <dgm:prSet presAssocID="{F8BD260E-4993-4145-AF1A-73503D005384}" presName="Name0" presStyleCnt="0">
        <dgm:presLayoutVars>
          <dgm:dir/>
          <dgm:animLvl val="lvl"/>
          <dgm:resizeHandles val="exact"/>
        </dgm:presLayoutVars>
      </dgm:prSet>
      <dgm:spPr/>
      <dgm:t>
        <a:bodyPr/>
        <a:lstStyle/>
        <a:p>
          <a:endParaRPr lang="tr-TR"/>
        </a:p>
      </dgm:t>
    </dgm:pt>
    <dgm:pt modelId="{24E25FBE-D77A-46B8-BA66-4255697E4B46}" type="pres">
      <dgm:prSet presAssocID="{D0B1629C-3037-4D2E-B7D4-E5D58963F41B}" presName="composite" presStyleCnt="0"/>
      <dgm:spPr/>
    </dgm:pt>
    <dgm:pt modelId="{466A1154-9CD7-44B1-9BCB-01469FF8F0A5}" type="pres">
      <dgm:prSet presAssocID="{D0B1629C-3037-4D2E-B7D4-E5D58963F41B}" presName="parTx" presStyleLbl="alignNode1" presStyleIdx="0" presStyleCnt="3" custLinFactNeighborX="-103" custLinFactNeighborY="-204">
        <dgm:presLayoutVars>
          <dgm:chMax val="0"/>
          <dgm:chPref val="0"/>
          <dgm:bulletEnabled val="1"/>
        </dgm:presLayoutVars>
      </dgm:prSet>
      <dgm:spPr/>
      <dgm:t>
        <a:bodyPr/>
        <a:lstStyle/>
        <a:p>
          <a:endParaRPr lang="tr-TR"/>
        </a:p>
      </dgm:t>
    </dgm:pt>
    <dgm:pt modelId="{779EB2CD-133D-48CE-8C6C-95E8F9370450}" type="pres">
      <dgm:prSet presAssocID="{D0B1629C-3037-4D2E-B7D4-E5D58963F41B}" presName="desTx" presStyleLbl="alignAccFollowNode1" presStyleIdx="0" presStyleCnt="3">
        <dgm:presLayoutVars>
          <dgm:bulletEnabled val="1"/>
        </dgm:presLayoutVars>
      </dgm:prSet>
      <dgm:spPr/>
      <dgm:t>
        <a:bodyPr/>
        <a:lstStyle/>
        <a:p>
          <a:endParaRPr lang="tr-TR"/>
        </a:p>
      </dgm:t>
    </dgm:pt>
    <dgm:pt modelId="{7618669F-D8E2-4862-88DF-D99C3D446AFC}" type="pres">
      <dgm:prSet presAssocID="{E881E43C-C723-48A1-8F28-B76219C0703D}" presName="space" presStyleCnt="0"/>
      <dgm:spPr/>
    </dgm:pt>
    <dgm:pt modelId="{118B5DC3-2514-43E3-A228-A9DE3EADFAFB}" type="pres">
      <dgm:prSet presAssocID="{85BF9231-4D2F-450E-9DDD-435C7A997B8C}" presName="composite" presStyleCnt="0"/>
      <dgm:spPr/>
    </dgm:pt>
    <dgm:pt modelId="{A7832014-47D9-4F5F-80CE-5C601B11FA64}" type="pres">
      <dgm:prSet presAssocID="{85BF9231-4D2F-450E-9DDD-435C7A997B8C}" presName="parTx" presStyleLbl="alignNode1" presStyleIdx="1" presStyleCnt="3">
        <dgm:presLayoutVars>
          <dgm:chMax val="0"/>
          <dgm:chPref val="0"/>
          <dgm:bulletEnabled val="1"/>
        </dgm:presLayoutVars>
      </dgm:prSet>
      <dgm:spPr/>
      <dgm:t>
        <a:bodyPr/>
        <a:lstStyle/>
        <a:p>
          <a:endParaRPr lang="tr-TR"/>
        </a:p>
      </dgm:t>
    </dgm:pt>
    <dgm:pt modelId="{99EA7A12-B82A-42AB-9AB9-6F8475F7E73F}" type="pres">
      <dgm:prSet presAssocID="{85BF9231-4D2F-450E-9DDD-435C7A997B8C}" presName="desTx" presStyleLbl="alignAccFollowNode1" presStyleIdx="1" presStyleCnt="3">
        <dgm:presLayoutVars>
          <dgm:bulletEnabled val="1"/>
        </dgm:presLayoutVars>
      </dgm:prSet>
      <dgm:spPr/>
      <dgm:t>
        <a:bodyPr/>
        <a:lstStyle/>
        <a:p>
          <a:endParaRPr lang="tr-TR"/>
        </a:p>
      </dgm:t>
    </dgm:pt>
    <dgm:pt modelId="{DF817F7D-AB70-4DC7-8A7B-60E616E184F0}" type="pres">
      <dgm:prSet presAssocID="{5C869F1D-7C33-4E8F-AFB7-B2D962F27022}" presName="space" presStyleCnt="0"/>
      <dgm:spPr/>
    </dgm:pt>
    <dgm:pt modelId="{2294B965-91EA-449C-88C9-25079887F3EB}" type="pres">
      <dgm:prSet presAssocID="{B7A43350-3DA7-4987-AE73-A4F8AE583126}" presName="composite" presStyleCnt="0"/>
      <dgm:spPr/>
    </dgm:pt>
    <dgm:pt modelId="{9D7FBFE8-A44A-4FAC-A82C-A901D4511D76}" type="pres">
      <dgm:prSet presAssocID="{B7A43350-3DA7-4987-AE73-A4F8AE583126}" presName="parTx" presStyleLbl="alignNode1" presStyleIdx="2" presStyleCnt="3">
        <dgm:presLayoutVars>
          <dgm:chMax val="0"/>
          <dgm:chPref val="0"/>
          <dgm:bulletEnabled val="1"/>
        </dgm:presLayoutVars>
      </dgm:prSet>
      <dgm:spPr/>
      <dgm:t>
        <a:bodyPr/>
        <a:lstStyle/>
        <a:p>
          <a:endParaRPr lang="tr-TR"/>
        </a:p>
      </dgm:t>
    </dgm:pt>
    <dgm:pt modelId="{7FA8EF07-752B-470A-A2DD-258EAB033B29}" type="pres">
      <dgm:prSet presAssocID="{B7A43350-3DA7-4987-AE73-A4F8AE583126}" presName="desTx" presStyleLbl="alignAccFollowNode1" presStyleIdx="2" presStyleCnt="3">
        <dgm:presLayoutVars>
          <dgm:bulletEnabled val="1"/>
        </dgm:presLayoutVars>
      </dgm:prSet>
      <dgm:spPr/>
      <dgm:t>
        <a:bodyPr/>
        <a:lstStyle/>
        <a:p>
          <a:endParaRPr lang="tr-TR"/>
        </a:p>
      </dgm:t>
    </dgm:pt>
  </dgm:ptLst>
  <dgm:cxnLst>
    <dgm:cxn modelId="{1A8138D2-B103-4A9B-863F-6C97FDD6D4C8}" type="presOf" srcId="{33A5F1CB-58F5-4802-AB61-8C2DC7BCA3BF}" destId="{99EA7A12-B82A-42AB-9AB9-6F8475F7E73F}" srcOrd="0" destOrd="3" presId="urn:microsoft.com/office/officeart/2005/8/layout/hList1"/>
    <dgm:cxn modelId="{DC3CC7E9-B6CF-4C93-8359-1255B28FDBFA}" srcId="{B7A43350-3DA7-4987-AE73-A4F8AE583126}" destId="{0E765726-21B7-44D0-8394-607C58A4BAAB}" srcOrd="6" destOrd="0" parTransId="{3287638F-6C51-4617-8EAA-317FB0FC67D7}" sibTransId="{BC2C07D8-A83F-4DDB-8073-CD588C418880}"/>
    <dgm:cxn modelId="{32325148-F1A1-4075-BAAC-BF22B80B5476}" type="presOf" srcId="{D6624A22-FEC1-4936-8A51-D9659B5EF29C}" destId="{779EB2CD-133D-48CE-8C6C-95E8F9370450}" srcOrd="0" destOrd="3" presId="urn:microsoft.com/office/officeart/2005/8/layout/hList1"/>
    <dgm:cxn modelId="{260A206C-9777-4A6A-9148-0BF0F04053D7}" type="presOf" srcId="{0F44FDA1-9B9C-49B5-8896-1DF1F8C1E4E7}" destId="{7FA8EF07-752B-470A-A2DD-258EAB033B29}" srcOrd="0" destOrd="0" presId="urn:microsoft.com/office/officeart/2005/8/layout/hList1"/>
    <dgm:cxn modelId="{52EF029A-1B1E-4C2B-9D13-15E4AFCB5E44}" srcId="{85BF9231-4D2F-450E-9DDD-435C7A997B8C}" destId="{33A5F1CB-58F5-4802-AB61-8C2DC7BCA3BF}" srcOrd="3" destOrd="0" parTransId="{E1508313-130F-4DB6-9576-7112FA4A68C0}" sibTransId="{898AE5D0-8A0E-441A-99CD-C830CA989344}"/>
    <dgm:cxn modelId="{28CA2911-0DD3-4794-8B93-1A1B51664BD3}" srcId="{D0B1629C-3037-4D2E-B7D4-E5D58963F41B}" destId="{4E65A648-98A9-4EB2-A102-6D1728A9D85E}" srcOrd="6" destOrd="0" parTransId="{B27191F4-D2D0-4D56-A979-57F98930BC7D}" sibTransId="{861ABB73-F4ED-482D-B0A3-BACD1D3BE6D2}"/>
    <dgm:cxn modelId="{5F70A837-31C5-4D79-A2A0-33F6832ACD7B}" type="presOf" srcId="{EDA8C3F1-C273-410A-9261-1D682CB41DBB}" destId="{779EB2CD-133D-48CE-8C6C-95E8F9370450}" srcOrd="0" destOrd="7" presId="urn:microsoft.com/office/officeart/2005/8/layout/hList1"/>
    <dgm:cxn modelId="{14EE88B9-15E6-4802-A20D-DD1BD4AD633E}" type="presOf" srcId="{A1F4A459-D616-4C56-8EB2-C02FD54E1A74}" destId="{779EB2CD-133D-48CE-8C6C-95E8F9370450}" srcOrd="0" destOrd="4" presId="urn:microsoft.com/office/officeart/2005/8/layout/hList1"/>
    <dgm:cxn modelId="{65183892-5622-4324-B984-7EEE069085EF}" srcId="{F8BD260E-4993-4145-AF1A-73503D005384}" destId="{B7A43350-3DA7-4987-AE73-A4F8AE583126}" srcOrd="2" destOrd="0" parTransId="{4FEE88A9-F300-4448-A505-E2334C0A02E6}" sibTransId="{B1666A0E-5D2A-4363-8496-17910E4198E8}"/>
    <dgm:cxn modelId="{EA4BEC59-48F5-4636-8C07-02DD126E77E4}" type="presOf" srcId="{8807993B-3D77-4951-81EE-64321DC412EA}" destId="{779EB2CD-133D-48CE-8C6C-95E8F9370450}" srcOrd="0" destOrd="2" presId="urn:microsoft.com/office/officeart/2005/8/layout/hList1"/>
    <dgm:cxn modelId="{740FDFC8-B831-43FE-BD93-E973C129B68F}" type="presOf" srcId="{00917375-099F-41C2-9406-E491049363DA}" destId="{7FA8EF07-752B-470A-A2DD-258EAB033B29}" srcOrd="0" destOrd="5" presId="urn:microsoft.com/office/officeart/2005/8/layout/hList1"/>
    <dgm:cxn modelId="{A582BF22-A05B-46D7-B0BB-E648BF16CD23}" srcId="{B7A43350-3DA7-4987-AE73-A4F8AE583126}" destId="{00917375-099F-41C2-9406-E491049363DA}" srcOrd="5" destOrd="0" parTransId="{B7086473-398A-4C70-811E-604D7A879F97}" sibTransId="{C10D7CDD-308F-4197-883C-629A5B88FD91}"/>
    <dgm:cxn modelId="{99756D25-8BA3-4449-BFEE-6A5D8ADE45C8}" srcId="{85BF9231-4D2F-450E-9DDD-435C7A997B8C}" destId="{104959F3-8417-4F4C-B93A-4A585B7A849D}" srcOrd="5" destOrd="0" parTransId="{2723CA97-C38C-44D2-880A-85637262FEF7}" sibTransId="{26A22680-DED0-4141-ADB6-23D1A375CAD5}"/>
    <dgm:cxn modelId="{67317C3B-2134-41F0-B8A7-6B2C94F247B9}" type="presOf" srcId="{CC85D9C8-E627-46FB-A92B-EF686C1A6D39}" destId="{7FA8EF07-752B-470A-A2DD-258EAB033B29}" srcOrd="0" destOrd="4" presId="urn:microsoft.com/office/officeart/2005/8/layout/hList1"/>
    <dgm:cxn modelId="{2270C95C-F9FE-4627-864A-71200158CADF}" srcId="{B7A43350-3DA7-4987-AE73-A4F8AE583126}" destId="{0F44FDA1-9B9C-49B5-8896-1DF1F8C1E4E7}" srcOrd="0" destOrd="0" parTransId="{EA4AD3E4-BE83-4516-9566-701A9D74B3FF}" sibTransId="{90FDD314-0415-46A5-B578-A846683561E6}"/>
    <dgm:cxn modelId="{351F71E0-462C-492E-B404-2BA8370D3BD3}" srcId="{85BF9231-4D2F-450E-9DDD-435C7A997B8C}" destId="{4DB835E7-CE92-410C-98B2-1FF73582799F}" srcOrd="7" destOrd="0" parTransId="{DBE3B5F1-5F67-468C-A347-8E0CF721D229}" sibTransId="{703C6A20-AE42-4206-9D01-B2182C0E4D86}"/>
    <dgm:cxn modelId="{3C92455C-332E-44BC-B3ED-37C93415663C}" srcId="{85BF9231-4D2F-450E-9DDD-435C7A997B8C}" destId="{C83D6714-6DDA-4255-8AD3-A61F399A415B}" srcOrd="4" destOrd="0" parTransId="{44A710D7-D733-48A4-84E1-272D47A3CD4F}" sibTransId="{D3D55BD8-E769-4AEA-894E-61153CC3B3A6}"/>
    <dgm:cxn modelId="{5C4B5522-B1F3-404E-82CF-D56800FB9666}" type="presOf" srcId="{710A2EFF-E6F2-4730-ABAA-7841C61C03B4}" destId="{7FA8EF07-752B-470A-A2DD-258EAB033B29}" srcOrd="0" destOrd="2" presId="urn:microsoft.com/office/officeart/2005/8/layout/hList1"/>
    <dgm:cxn modelId="{316113FA-BEA9-4FD5-A97E-1CA73A6BCA73}" srcId="{B7A43350-3DA7-4987-AE73-A4F8AE583126}" destId="{710A2EFF-E6F2-4730-ABAA-7841C61C03B4}" srcOrd="2" destOrd="0" parTransId="{DE575B69-8916-40A6-B40C-AF7293F4F1B2}" sibTransId="{1F20B6C3-2E16-4E54-A022-D64DF4FBDE68}"/>
    <dgm:cxn modelId="{9D5B404A-FAE3-4D73-B089-96F71C1A5DC6}" type="presOf" srcId="{86B03849-48E2-4564-A377-8ED602164BAA}" destId="{99EA7A12-B82A-42AB-9AB9-6F8475F7E73F}" srcOrd="0" destOrd="6" presId="urn:microsoft.com/office/officeart/2005/8/layout/hList1"/>
    <dgm:cxn modelId="{46D4BB52-86C7-45E9-9ACA-5E8C0E00307C}" type="presOf" srcId="{4E65A648-98A9-4EB2-A102-6D1728A9D85E}" destId="{779EB2CD-133D-48CE-8C6C-95E8F9370450}" srcOrd="0" destOrd="6" presId="urn:microsoft.com/office/officeart/2005/8/layout/hList1"/>
    <dgm:cxn modelId="{99AB69E1-7B4F-4B63-9A1E-54F70F1B34DD}" srcId="{D0B1629C-3037-4D2E-B7D4-E5D58963F41B}" destId="{EDA8C3F1-C273-410A-9261-1D682CB41DBB}" srcOrd="7" destOrd="0" parTransId="{5FBAECD8-6F53-4BE1-90BA-F4DCC14AE263}" sibTransId="{3322F0F3-23B7-414E-BCD4-E86BA82591FB}"/>
    <dgm:cxn modelId="{5E15A5BF-63A1-409E-A517-2E19CAAE6BB7}" type="presOf" srcId="{104959F3-8417-4F4C-B93A-4A585B7A849D}" destId="{99EA7A12-B82A-42AB-9AB9-6F8475F7E73F}" srcOrd="0" destOrd="5" presId="urn:microsoft.com/office/officeart/2005/8/layout/hList1"/>
    <dgm:cxn modelId="{BA99DB7A-9B5A-4FF2-8E69-8020B4BD5F08}" type="presOf" srcId="{C34CC1A5-AA28-4347-B083-0D0B24641A1E}" destId="{99EA7A12-B82A-42AB-9AB9-6F8475F7E73F}" srcOrd="0" destOrd="2" presId="urn:microsoft.com/office/officeart/2005/8/layout/hList1"/>
    <dgm:cxn modelId="{3F18D939-4278-452D-BB86-92FC03CFD01D}" type="presOf" srcId="{85BF9231-4D2F-450E-9DDD-435C7A997B8C}" destId="{A7832014-47D9-4F5F-80CE-5C601B11FA64}" srcOrd="0" destOrd="0" presId="urn:microsoft.com/office/officeart/2005/8/layout/hList1"/>
    <dgm:cxn modelId="{58942808-7CF1-41A4-BB3C-CB8CCAA90579}" type="presOf" srcId="{F8BD260E-4993-4145-AF1A-73503D005384}" destId="{FEB36065-1954-414D-AE40-0379101646CE}" srcOrd="0" destOrd="0" presId="urn:microsoft.com/office/officeart/2005/8/layout/hList1"/>
    <dgm:cxn modelId="{3E8F0CF5-E69D-4344-B183-A6E8ACEC1E80}" type="presOf" srcId="{4DB835E7-CE92-410C-98B2-1FF73582799F}" destId="{99EA7A12-B82A-42AB-9AB9-6F8475F7E73F}" srcOrd="0" destOrd="7" presId="urn:microsoft.com/office/officeart/2005/8/layout/hList1"/>
    <dgm:cxn modelId="{48641337-A19B-4029-813B-3165AEFBA3D4}" type="presOf" srcId="{B7A43350-3DA7-4987-AE73-A4F8AE583126}" destId="{9D7FBFE8-A44A-4FAC-A82C-A901D4511D76}" srcOrd="0" destOrd="0" presId="urn:microsoft.com/office/officeart/2005/8/layout/hList1"/>
    <dgm:cxn modelId="{83617F98-91DC-45D8-B5B2-16E077119995}" type="presOf" srcId="{A4E67338-7769-43D9-AC43-B118290AEF77}" destId="{7FA8EF07-752B-470A-A2DD-258EAB033B29}" srcOrd="0" destOrd="7" presId="urn:microsoft.com/office/officeart/2005/8/layout/hList1"/>
    <dgm:cxn modelId="{01AE0431-49D8-495C-8AFA-691F39BD6933}" srcId="{B7A43350-3DA7-4987-AE73-A4F8AE583126}" destId="{CC85D9C8-E627-46FB-A92B-EF686C1A6D39}" srcOrd="4" destOrd="0" parTransId="{E80B7346-9FE5-4A48-AAC7-BE3C28B6D75B}" sibTransId="{60ACFDF1-DDC2-4C56-A278-A171BAE97D99}"/>
    <dgm:cxn modelId="{B872D63A-CA0E-4925-8D4A-50FF2B491894}" srcId="{B7A43350-3DA7-4987-AE73-A4F8AE583126}" destId="{A4E67338-7769-43D9-AC43-B118290AEF77}" srcOrd="7" destOrd="0" parTransId="{A0BCB87E-D08B-4FE6-9AA7-A5089AEEBCCD}" sibTransId="{AC8BCE4A-44AC-4326-8B8C-BF5697BF29A1}"/>
    <dgm:cxn modelId="{50EC7DAF-C829-417C-AE7F-E44C0706180F}" srcId="{D0B1629C-3037-4D2E-B7D4-E5D58963F41B}" destId="{D6624A22-FEC1-4936-8A51-D9659B5EF29C}" srcOrd="3" destOrd="0" parTransId="{985CD2DD-D5E2-4B01-8745-01A497A28566}" sibTransId="{CAE8DD51-33D2-4C77-A905-FF4C26712788}"/>
    <dgm:cxn modelId="{A41DE4B2-76BB-49B1-A8D8-5886998786DC}" srcId="{D0B1629C-3037-4D2E-B7D4-E5D58963F41B}" destId="{8807993B-3D77-4951-81EE-64321DC412EA}" srcOrd="2" destOrd="0" parTransId="{02A3D1D7-D02A-4421-ACCA-010855D41276}" sibTransId="{4C5BC312-9E8E-48F0-ABCE-ACE277D184D9}"/>
    <dgm:cxn modelId="{75CCB981-9AA0-4E6C-8BC1-83B363119A82}" srcId="{B7A43350-3DA7-4987-AE73-A4F8AE583126}" destId="{CD649756-2E08-471A-9A36-B37E7ACAB122}" srcOrd="1" destOrd="0" parTransId="{EE88DBE0-792C-4FA1-AF3A-F05A10EBBF54}" sibTransId="{DF4EAE93-EE0C-4EE2-A0C0-6BB555158CC7}"/>
    <dgm:cxn modelId="{197758A5-B179-40C1-A549-34EA23440830}" srcId="{85BF9231-4D2F-450E-9DDD-435C7A997B8C}" destId="{C34CC1A5-AA28-4347-B083-0D0B24641A1E}" srcOrd="2" destOrd="0" parTransId="{9E3525E1-1F7F-4ABC-97F9-602AF84775EB}" sibTransId="{D45BD68E-40CD-4A0F-BDF1-DF133917FB06}"/>
    <dgm:cxn modelId="{F3E16A50-AEA1-4001-9FF5-8498F6C1D3FE}" type="presOf" srcId="{37C9F4B8-94BB-4C08-AEBC-5920F6A7CEA6}" destId="{779EB2CD-133D-48CE-8C6C-95E8F9370450}" srcOrd="0" destOrd="5" presId="urn:microsoft.com/office/officeart/2005/8/layout/hList1"/>
    <dgm:cxn modelId="{84A2FF20-5488-4C9E-BE63-5B0241714D6B}" type="presOf" srcId="{D0B1629C-3037-4D2E-B7D4-E5D58963F41B}" destId="{466A1154-9CD7-44B1-9BCB-01469FF8F0A5}" srcOrd="0" destOrd="0" presId="urn:microsoft.com/office/officeart/2005/8/layout/hList1"/>
    <dgm:cxn modelId="{48C0E5EB-E38C-4272-B34C-6B45DCC91C31}" srcId="{F8BD260E-4993-4145-AF1A-73503D005384}" destId="{85BF9231-4D2F-450E-9DDD-435C7A997B8C}" srcOrd="1" destOrd="0" parTransId="{6B639FE9-E669-4B39-A423-D0D734BC1822}" sibTransId="{5C869F1D-7C33-4E8F-AFB7-B2D962F27022}"/>
    <dgm:cxn modelId="{3570C056-C354-4BC6-966E-9BA6D1E81FEC}" srcId="{F8BD260E-4993-4145-AF1A-73503D005384}" destId="{D0B1629C-3037-4D2E-B7D4-E5D58963F41B}" srcOrd="0" destOrd="0" parTransId="{8684B795-D3FA-4896-8C34-B78E675EC430}" sibTransId="{E881E43C-C723-48A1-8F28-B76219C0703D}"/>
    <dgm:cxn modelId="{60AFB300-549A-46D6-B8A9-F0BEF35A4281}" type="presOf" srcId="{C83D6714-6DDA-4255-8AD3-A61F399A415B}" destId="{99EA7A12-B82A-42AB-9AB9-6F8475F7E73F}" srcOrd="0" destOrd="4" presId="urn:microsoft.com/office/officeart/2005/8/layout/hList1"/>
    <dgm:cxn modelId="{91591FB3-FB84-4A25-B2CC-107162264789}" type="presOf" srcId="{61B677DF-11AC-43C5-8700-7743045A9B10}" destId="{779EB2CD-133D-48CE-8C6C-95E8F9370450}" srcOrd="0" destOrd="1" presId="urn:microsoft.com/office/officeart/2005/8/layout/hList1"/>
    <dgm:cxn modelId="{EFE70D6C-B4F0-4F84-84E3-ECB7A538EBAE}" type="presOf" srcId="{DBD12BC1-1754-4BC6-B86A-97309C8BA05D}" destId="{99EA7A12-B82A-42AB-9AB9-6F8475F7E73F}" srcOrd="0" destOrd="0" presId="urn:microsoft.com/office/officeart/2005/8/layout/hList1"/>
    <dgm:cxn modelId="{A37E5FF3-6502-4FE1-B052-ACC145D76316}" srcId="{85BF9231-4D2F-450E-9DDD-435C7A997B8C}" destId="{DBD12BC1-1754-4BC6-B86A-97309C8BA05D}" srcOrd="0" destOrd="0" parTransId="{E48553CA-8CF5-4280-81D4-A2D7B0248D2B}" sibTransId="{C234015E-6D84-4FCA-9C46-50C0F0E10E3B}"/>
    <dgm:cxn modelId="{26D45430-35CA-48F1-812E-4E1F68BC8219}" srcId="{D0B1629C-3037-4D2E-B7D4-E5D58963F41B}" destId="{37C9F4B8-94BB-4C08-AEBC-5920F6A7CEA6}" srcOrd="5" destOrd="0" parTransId="{43B46609-5FB6-4643-AE28-732F7FFE2DE0}" sibTransId="{30BEC1CC-245D-459D-803B-51E1972E5144}"/>
    <dgm:cxn modelId="{43566CDC-B644-4D4E-AB3C-351E9D0C100F}" type="presOf" srcId="{0E765726-21B7-44D0-8394-607C58A4BAAB}" destId="{7FA8EF07-752B-470A-A2DD-258EAB033B29}" srcOrd="0" destOrd="6" presId="urn:microsoft.com/office/officeart/2005/8/layout/hList1"/>
    <dgm:cxn modelId="{7CDF3CBD-3189-4BE3-82E8-7343DD8D1636}" srcId="{D0B1629C-3037-4D2E-B7D4-E5D58963F41B}" destId="{A1F4A459-D616-4C56-8EB2-C02FD54E1A74}" srcOrd="4" destOrd="0" parTransId="{13DE27C9-A1E5-4332-B825-5AF2EB5D22FF}" sibTransId="{3D519EC3-9FD3-4D30-9DC4-A7176109F002}"/>
    <dgm:cxn modelId="{548F614F-888A-40F3-B53B-38AA2CCCFEC1}" type="presOf" srcId="{30BC4639-F7E9-4E45-8D23-1974798A7099}" destId="{7FA8EF07-752B-470A-A2DD-258EAB033B29}" srcOrd="0" destOrd="3" presId="urn:microsoft.com/office/officeart/2005/8/layout/hList1"/>
    <dgm:cxn modelId="{B559A66B-CABB-403C-899D-C49A9462EDDD}" srcId="{D0B1629C-3037-4D2E-B7D4-E5D58963F41B}" destId="{FAFAEB5F-954D-4E5D-94B7-49815C13B44A}" srcOrd="0" destOrd="0" parTransId="{39CF0DBD-8D6E-489A-ADE1-CEB5E4D8FB02}" sibTransId="{EACBFBCC-CAC9-4F51-8699-3688C8CAD59A}"/>
    <dgm:cxn modelId="{FAC55F5A-D3F1-46BF-A5D7-7A2C6CA28337}" type="presOf" srcId="{CD649756-2E08-471A-9A36-B37E7ACAB122}" destId="{7FA8EF07-752B-470A-A2DD-258EAB033B29}" srcOrd="0" destOrd="1" presId="urn:microsoft.com/office/officeart/2005/8/layout/hList1"/>
    <dgm:cxn modelId="{E3349C4F-9482-45CE-93D0-7F19E0B0FF9E}" srcId="{D0B1629C-3037-4D2E-B7D4-E5D58963F41B}" destId="{61B677DF-11AC-43C5-8700-7743045A9B10}" srcOrd="1" destOrd="0" parTransId="{F0C284F7-0FFA-42CA-A2EE-2B84105903BD}" sibTransId="{1CD98F6B-C2C4-4F55-B901-13A0B9EB2D3D}"/>
    <dgm:cxn modelId="{6D89F42B-D87D-4B8A-9636-92619655814E}" srcId="{85BF9231-4D2F-450E-9DDD-435C7A997B8C}" destId="{86B03849-48E2-4564-A377-8ED602164BAA}" srcOrd="6" destOrd="0" parTransId="{EE1DF5E1-3BEF-4A8D-8C9A-B73661FCA116}" sibTransId="{F5543E16-5D2A-4A8F-9DF8-12939A39DECC}"/>
    <dgm:cxn modelId="{89B8B94A-83B8-446E-A4C0-C401553A1D93}" type="presOf" srcId="{D4FDC3A5-E1F0-46C3-BB01-CF8BA6451FEF}" destId="{99EA7A12-B82A-42AB-9AB9-6F8475F7E73F}" srcOrd="0" destOrd="1" presId="urn:microsoft.com/office/officeart/2005/8/layout/hList1"/>
    <dgm:cxn modelId="{E3749202-31CE-4FE0-AA16-48BCAAC7C344}" srcId="{B7A43350-3DA7-4987-AE73-A4F8AE583126}" destId="{30BC4639-F7E9-4E45-8D23-1974798A7099}" srcOrd="3" destOrd="0" parTransId="{69F6EE82-64F3-43C0-86D4-AD23A811061B}" sibTransId="{E1D01A9C-22A3-41DB-85E0-C060F8D2386A}"/>
    <dgm:cxn modelId="{974BB2FE-DAE8-4B0D-8F64-A494CE0B656B}" srcId="{85BF9231-4D2F-450E-9DDD-435C7A997B8C}" destId="{D4FDC3A5-E1F0-46C3-BB01-CF8BA6451FEF}" srcOrd="1" destOrd="0" parTransId="{3EBEBCB3-5715-4073-8A80-D64A04DBCFD0}" sibTransId="{219C3FBC-D5E9-4DA1-980D-ECC58121665D}"/>
    <dgm:cxn modelId="{65C6E77A-64A7-44DC-9165-9671CE957A6F}" type="presOf" srcId="{FAFAEB5F-954D-4E5D-94B7-49815C13B44A}" destId="{779EB2CD-133D-48CE-8C6C-95E8F9370450}" srcOrd="0" destOrd="0" presId="urn:microsoft.com/office/officeart/2005/8/layout/hList1"/>
    <dgm:cxn modelId="{D9A01F6C-2A73-4405-A220-48CDF06B2E59}" type="presParOf" srcId="{FEB36065-1954-414D-AE40-0379101646CE}" destId="{24E25FBE-D77A-46B8-BA66-4255697E4B46}" srcOrd="0" destOrd="0" presId="urn:microsoft.com/office/officeart/2005/8/layout/hList1"/>
    <dgm:cxn modelId="{32EEE284-F9A4-45E4-859B-82F349542230}" type="presParOf" srcId="{24E25FBE-D77A-46B8-BA66-4255697E4B46}" destId="{466A1154-9CD7-44B1-9BCB-01469FF8F0A5}" srcOrd="0" destOrd="0" presId="urn:microsoft.com/office/officeart/2005/8/layout/hList1"/>
    <dgm:cxn modelId="{67B1846E-6CFD-41E4-8A00-01731E6FF069}" type="presParOf" srcId="{24E25FBE-D77A-46B8-BA66-4255697E4B46}" destId="{779EB2CD-133D-48CE-8C6C-95E8F9370450}" srcOrd="1" destOrd="0" presId="urn:microsoft.com/office/officeart/2005/8/layout/hList1"/>
    <dgm:cxn modelId="{5363A417-661F-4A88-847C-5C14C19629A7}" type="presParOf" srcId="{FEB36065-1954-414D-AE40-0379101646CE}" destId="{7618669F-D8E2-4862-88DF-D99C3D446AFC}" srcOrd="1" destOrd="0" presId="urn:microsoft.com/office/officeart/2005/8/layout/hList1"/>
    <dgm:cxn modelId="{05C4FE55-5D90-4C34-BABE-C4A008A9A8E9}" type="presParOf" srcId="{FEB36065-1954-414D-AE40-0379101646CE}" destId="{118B5DC3-2514-43E3-A228-A9DE3EADFAFB}" srcOrd="2" destOrd="0" presId="urn:microsoft.com/office/officeart/2005/8/layout/hList1"/>
    <dgm:cxn modelId="{D2F20F02-B852-4772-9A6D-F56D1F594D05}" type="presParOf" srcId="{118B5DC3-2514-43E3-A228-A9DE3EADFAFB}" destId="{A7832014-47D9-4F5F-80CE-5C601B11FA64}" srcOrd="0" destOrd="0" presId="urn:microsoft.com/office/officeart/2005/8/layout/hList1"/>
    <dgm:cxn modelId="{41DACD2F-96C1-469B-BFF0-78028D5FB467}" type="presParOf" srcId="{118B5DC3-2514-43E3-A228-A9DE3EADFAFB}" destId="{99EA7A12-B82A-42AB-9AB9-6F8475F7E73F}" srcOrd="1" destOrd="0" presId="urn:microsoft.com/office/officeart/2005/8/layout/hList1"/>
    <dgm:cxn modelId="{BF84394A-D132-494B-82A4-C927431FF6B9}" type="presParOf" srcId="{FEB36065-1954-414D-AE40-0379101646CE}" destId="{DF817F7D-AB70-4DC7-8A7B-60E616E184F0}" srcOrd="3" destOrd="0" presId="urn:microsoft.com/office/officeart/2005/8/layout/hList1"/>
    <dgm:cxn modelId="{2494BB07-C838-476B-B7E8-26ADA0518526}" type="presParOf" srcId="{FEB36065-1954-414D-AE40-0379101646CE}" destId="{2294B965-91EA-449C-88C9-25079887F3EB}" srcOrd="4" destOrd="0" presId="urn:microsoft.com/office/officeart/2005/8/layout/hList1"/>
    <dgm:cxn modelId="{2A09952A-6857-4D9A-B6A2-FED32D4D2372}" type="presParOf" srcId="{2294B965-91EA-449C-88C9-25079887F3EB}" destId="{9D7FBFE8-A44A-4FAC-A82C-A901D4511D76}" srcOrd="0" destOrd="0" presId="urn:microsoft.com/office/officeart/2005/8/layout/hList1"/>
    <dgm:cxn modelId="{769A0E87-8D51-45BC-A0DD-8ECE81B27DD1}" type="presParOf" srcId="{2294B965-91EA-449C-88C9-25079887F3EB}" destId="{7FA8EF07-752B-470A-A2DD-258EAB033B29}"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2C9672-9EFB-49AF-AAD0-FF495CBDE536}"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tr-TR"/>
        </a:p>
      </dgm:t>
    </dgm:pt>
    <dgm:pt modelId="{E260EBCC-220B-4A42-A48F-39F2CB19056D}">
      <dgm:prSet phldrT="[Metin]"/>
      <dgm:spPr/>
      <dgm:t>
        <a:bodyPr/>
        <a:lstStyle/>
        <a:p>
          <a:r>
            <a:rPr lang="tr-TR" b="1" dirty="0">
              <a:solidFill>
                <a:schemeClr val="tx1"/>
              </a:solidFill>
            </a:rPr>
            <a:t>Metin Türü Temelli Okuma Türleri  </a:t>
          </a:r>
        </a:p>
      </dgm:t>
    </dgm:pt>
    <dgm:pt modelId="{CA7FC42D-1302-4F0C-A20C-56572E58AE4E}" type="parTrans" cxnId="{6E08EF05-AB1F-41AF-A7A9-A67BC8350539}">
      <dgm:prSet/>
      <dgm:spPr/>
      <dgm:t>
        <a:bodyPr/>
        <a:lstStyle/>
        <a:p>
          <a:endParaRPr lang="tr-TR"/>
        </a:p>
      </dgm:t>
    </dgm:pt>
    <dgm:pt modelId="{22B83A6B-CF49-4F45-910E-F87C86D68417}" type="sibTrans" cxnId="{6E08EF05-AB1F-41AF-A7A9-A67BC8350539}">
      <dgm:prSet/>
      <dgm:spPr/>
      <dgm:t>
        <a:bodyPr/>
        <a:lstStyle/>
        <a:p>
          <a:endParaRPr lang="tr-TR"/>
        </a:p>
      </dgm:t>
    </dgm:pt>
    <dgm:pt modelId="{82147DFD-8DFC-4E63-AF48-0BD05E2DEEBA}">
      <dgm:prSet phldrT="[Metin]"/>
      <dgm:spPr/>
      <dgm:t>
        <a:bodyPr/>
        <a:lstStyle/>
        <a:p>
          <a:r>
            <a:rPr lang="tr-TR" b="1" dirty="0">
              <a:solidFill>
                <a:schemeClr val="tx1"/>
              </a:solidFill>
            </a:rPr>
            <a:t>İşitsel Temelli Okuma Türleri </a:t>
          </a:r>
        </a:p>
      </dgm:t>
    </dgm:pt>
    <dgm:pt modelId="{3A84B21F-C285-4DC4-BD15-34DCFC864DC4}" type="parTrans" cxnId="{15821D21-7ADC-4A27-B92D-A9090844A95A}">
      <dgm:prSet/>
      <dgm:spPr/>
      <dgm:t>
        <a:bodyPr/>
        <a:lstStyle/>
        <a:p>
          <a:endParaRPr lang="tr-TR"/>
        </a:p>
      </dgm:t>
    </dgm:pt>
    <dgm:pt modelId="{499D5FD8-9ED7-487E-A5E6-F4D9A4A16754}" type="sibTrans" cxnId="{15821D21-7ADC-4A27-B92D-A9090844A95A}">
      <dgm:prSet/>
      <dgm:spPr/>
      <dgm:t>
        <a:bodyPr/>
        <a:lstStyle/>
        <a:p>
          <a:endParaRPr lang="tr-TR"/>
        </a:p>
      </dgm:t>
    </dgm:pt>
    <dgm:pt modelId="{6667613D-0EDD-4A13-AD12-9724622C8875}">
      <dgm:prSet phldrT="[Metin]"/>
      <dgm:spPr/>
      <dgm:t>
        <a:bodyPr/>
        <a:lstStyle/>
        <a:p>
          <a:r>
            <a:rPr lang="tr-TR" b="1" dirty="0">
              <a:solidFill>
                <a:schemeClr val="tx1"/>
              </a:solidFill>
            </a:rPr>
            <a:t>Kişisel Okuma Türleri </a:t>
          </a:r>
        </a:p>
      </dgm:t>
    </dgm:pt>
    <dgm:pt modelId="{55654FA4-80CD-4905-B7BC-3327A5B117DF}" type="parTrans" cxnId="{FC3BA441-A6F7-49DF-8577-6DC74B7E2FE0}">
      <dgm:prSet/>
      <dgm:spPr/>
      <dgm:t>
        <a:bodyPr/>
        <a:lstStyle/>
        <a:p>
          <a:endParaRPr lang="tr-TR"/>
        </a:p>
      </dgm:t>
    </dgm:pt>
    <dgm:pt modelId="{89E3C75E-5180-439D-AB72-A963AACB57F6}" type="sibTrans" cxnId="{FC3BA441-A6F7-49DF-8577-6DC74B7E2FE0}">
      <dgm:prSet/>
      <dgm:spPr/>
      <dgm:t>
        <a:bodyPr/>
        <a:lstStyle/>
        <a:p>
          <a:endParaRPr lang="tr-TR"/>
        </a:p>
      </dgm:t>
    </dgm:pt>
    <dgm:pt modelId="{134158E8-5287-4A22-81DF-4FA0C14D44A6}">
      <dgm:prSet phldrT="[Metin]"/>
      <dgm:spPr/>
      <dgm:t>
        <a:bodyPr/>
        <a:lstStyle/>
        <a:p>
          <a:r>
            <a:rPr lang="tr-TR" b="1" dirty="0">
              <a:solidFill>
                <a:schemeClr val="tx1"/>
              </a:solidFill>
            </a:rPr>
            <a:t>İçeriksel Okuma Türleri </a:t>
          </a:r>
        </a:p>
      </dgm:t>
    </dgm:pt>
    <dgm:pt modelId="{DCE8865E-9532-424E-85BA-55C967AC1F33}" type="parTrans" cxnId="{16043F2E-A81C-4A4A-B47C-B5D074A6D92A}">
      <dgm:prSet/>
      <dgm:spPr/>
      <dgm:t>
        <a:bodyPr/>
        <a:lstStyle/>
        <a:p>
          <a:endParaRPr lang="tr-TR"/>
        </a:p>
      </dgm:t>
    </dgm:pt>
    <dgm:pt modelId="{703401CD-4749-41BB-BAB0-C71EC6E7D53E}" type="sibTrans" cxnId="{16043F2E-A81C-4A4A-B47C-B5D074A6D92A}">
      <dgm:prSet/>
      <dgm:spPr/>
      <dgm:t>
        <a:bodyPr/>
        <a:lstStyle/>
        <a:p>
          <a:endParaRPr lang="tr-TR"/>
        </a:p>
      </dgm:t>
    </dgm:pt>
    <dgm:pt modelId="{B6525333-9377-44AF-BDDD-C58F1737DE69}">
      <dgm:prSet/>
      <dgm:spPr/>
      <dgm:t>
        <a:bodyPr/>
        <a:lstStyle/>
        <a:p>
          <a:r>
            <a:rPr lang="tr-TR" dirty="0"/>
            <a:t>yazınsal metinleri okuma</a:t>
          </a:r>
        </a:p>
      </dgm:t>
    </dgm:pt>
    <dgm:pt modelId="{7C2DFE8D-04C3-46CA-8B4F-BC5D249C9772}" type="parTrans" cxnId="{74C54ABD-7931-4ED7-96A7-C56E6CCCE6CD}">
      <dgm:prSet/>
      <dgm:spPr/>
      <dgm:t>
        <a:bodyPr/>
        <a:lstStyle/>
        <a:p>
          <a:endParaRPr lang="tr-TR"/>
        </a:p>
      </dgm:t>
    </dgm:pt>
    <dgm:pt modelId="{943F0DB5-7333-422F-8584-80EA96FA9997}" type="sibTrans" cxnId="{74C54ABD-7931-4ED7-96A7-C56E6CCCE6CD}">
      <dgm:prSet/>
      <dgm:spPr/>
      <dgm:t>
        <a:bodyPr/>
        <a:lstStyle/>
        <a:p>
          <a:endParaRPr lang="tr-TR"/>
        </a:p>
      </dgm:t>
    </dgm:pt>
    <dgm:pt modelId="{9768FDFD-E256-4BD6-85A7-6C9B338D7E5D}">
      <dgm:prSet/>
      <dgm:spPr/>
      <dgm:t>
        <a:bodyPr/>
        <a:lstStyle/>
        <a:p>
          <a:r>
            <a:rPr lang="tr-TR"/>
            <a:t>bilgilendirici metinleri okuma </a:t>
          </a:r>
        </a:p>
      </dgm:t>
    </dgm:pt>
    <dgm:pt modelId="{BCFA37F5-A87F-4F11-9C8B-846BA5443BE5}" type="parTrans" cxnId="{0A0119E7-800E-4D29-9773-9C7DD59DCB91}">
      <dgm:prSet/>
      <dgm:spPr/>
      <dgm:t>
        <a:bodyPr/>
        <a:lstStyle/>
        <a:p>
          <a:endParaRPr lang="tr-TR"/>
        </a:p>
      </dgm:t>
    </dgm:pt>
    <dgm:pt modelId="{FDEBF083-959C-4B70-BBFC-B90207F33F68}" type="sibTrans" cxnId="{0A0119E7-800E-4D29-9773-9C7DD59DCB91}">
      <dgm:prSet/>
      <dgm:spPr/>
      <dgm:t>
        <a:bodyPr/>
        <a:lstStyle/>
        <a:p>
          <a:endParaRPr lang="tr-TR"/>
        </a:p>
      </dgm:t>
    </dgm:pt>
    <dgm:pt modelId="{A5E41A09-F61B-4513-B8AA-5535B27AA2A4}">
      <dgm:prSet/>
      <dgm:spPr/>
      <dgm:t>
        <a:bodyPr/>
        <a:lstStyle/>
        <a:p>
          <a:r>
            <a:rPr lang="tr-TR"/>
            <a:t>sesli okuma</a:t>
          </a:r>
        </a:p>
      </dgm:t>
    </dgm:pt>
    <dgm:pt modelId="{B9664E06-6F69-43CD-9E41-864174DDC447}" type="parTrans" cxnId="{EE84456F-CCF5-47C0-8856-23BC0E27177F}">
      <dgm:prSet/>
      <dgm:spPr/>
      <dgm:t>
        <a:bodyPr/>
        <a:lstStyle/>
        <a:p>
          <a:endParaRPr lang="tr-TR"/>
        </a:p>
      </dgm:t>
    </dgm:pt>
    <dgm:pt modelId="{FCF568E5-AB63-4E98-8C3B-2E1567A420C6}" type="sibTrans" cxnId="{EE84456F-CCF5-47C0-8856-23BC0E27177F}">
      <dgm:prSet/>
      <dgm:spPr/>
      <dgm:t>
        <a:bodyPr/>
        <a:lstStyle/>
        <a:p>
          <a:endParaRPr lang="tr-TR"/>
        </a:p>
      </dgm:t>
    </dgm:pt>
    <dgm:pt modelId="{5E8F7D09-BDD1-49DF-9B4F-26E993A18467}">
      <dgm:prSet/>
      <dgm:spPr/>
      <dgm:t>
        <a:bodyPr/>
        <a:lstStyle/>
        <a:p>
          <a:r>
            <a:rPr lang="tr-TR"/>
            <a:t>sessiz okuma </a:t>
          </a:r>
        </a:p>
      </dgm:t>
    </dgm:pt>
    <dgm:pt modelId="{A9826212-5E3C-4CA2-889D-9A086D68F9AD}" type="parTrans" cxnId="{0888F3E6-A421-480D-BD4E-FF35A1E07501}">
      <dgm:prSet/>
      <dgm:spPr/>
      <dgm:t>
        <a:bodyPr/>
        <a:lstStyle/>
        <a:p>
          <a:endParaRPr lang="tr-TR"/>
        </a:p>
      </dgm:t>
    </dgm:pt>
    <dgm:pt modelId="{59F16D33-891F-4DC4-824C-55F0FCB961D9}" type="sibTrans" cxnId="{0888F3E6-A421-480D-BD4E-FF35A1E07501}">
      <dgm:prSet/>
      <dgm:spPr/>
      <dgm:t>
        <a:bodyPr/>
        <a:lstStyle/>
        <a:p>
          <a:endParaRPr lang="tr-TR"/>
        </a:p>
      </dgm:t>
    </dgm:pt>
    <dgm:pt modelId="{16362921-98EC-4C25-8CC4-96FBCD361A06}">
      <dgm:prSet/>
      <dgm:spPr/>
      <dgm:t>
        <a:bodyPr/>
        <a:lstStyle/>
        <a:p>
          <a:r>
            <a:rPr lang="tr-TR"/>
            <a:t>akademik okuma</a:t>
          </a:r>
        </a:p>
      </dgm:t>
    </dgm:pt>
    <dgm:pt modelId="{FC031DCB-AD9A-4125-B61B-2D4E2CBDB137}" type="parTrans" cxnId="{5AFEEC97-74B4-4413-A7DF-A67E17701F60}">
      <dgm:prSet/>
      <dgm:spPr/>
      <dgm:t>
        <a:bodyPr/>
        <a:lstStyle/>
        <a:p>
          <a:endParaRPr lang="tr-TR"/>
        </a:p>
      </dgm:t>
    </dgm:pt>
    <dgm:pt modelId="{4518B9FB-11A4-47D3-BF96-C9BE3C2F3129}" type="sibTrans" cxnId="{5AFEEC97-74B4-4413-A7DF-A67E17701F60}">
      <dgm:prSet/>
      <dgm:spPr/>
      <dgm:t>
        <a:bodyPr/>
        <a:lstStyle/>
        <a:p>
          <a:endParaRPr lang="tr-TR"/>
        </a:p>
      </dgm:t>
    </dgm:pt>
    <dgm:pt modelId="{D47058AF-1E39-403A-AF74-66A048E8F07F}">
      <dgm:prSet/>
      <dgm:spPr/>
      <dgm:t>
        <a:bodyPr/>
        <a:lstStyle/>
        <a:p>
          <a:r>
            <a:rPr lang="tr-TR"/>
            <a:t>iş ilişkili okuma</a:t>
          </a:r>
        </a:p>
      </dgm:t>
    </dgm:pt>
    <dgm:pt modelId="{D737D551-2240-4EA8-8DB3-EF1CF25EB593}" type="parTrans" cxnId="{4F3C7E25-F036-43D3-AB54-B88B5AFF3A00}">
      <dgm:prSet/>
      <dgm:spPr/>
      <dgm:t>
        <a:bodyPr/>
        <a:lstStyle/>
        <a:p>
          <a:endParaRPr lang="tr-TR"/>
        </a:p>
      </dgm:t>
    </dgm:pt>
    <dgm:pt modelId="{F9957BBF-29B9-404A-8970-557CD935869D}" type="sibTrans" cxnId="{4F3C7E25-F036-43D3-AB54-B88B5AFF3A00}">
      <dgm:prSet/>
      <dgm:spPr/>
      <dgm:t>
        <a:bodyPr/>
        <a:lstStyle/>
        <a:p>
          <a:endParaRPr lang="tr-TR"/>
        </a:p>
      </dgm:t>
    </dgm:pt>
    <dgm:pt modelId="{9D821953-8E49-42BF-A9BB-DC9CE8DB54E9}">
      <dgm:prSet/>
      <dgm:spPr/>
      <dgm:t>
        <a:bodyPr/>
        <a:lstStyle/>
        <a:p>
          <a:r>
            <a:rPr lang="tr-TR"/>
            <a:t>bireysel yeğleme türü okuma</a:t>
          </a:r>
        </a:p>
      </dgm:t>
    </dgm:pt>
    <dgm:pt modelId="{64730884-DEB9-4797-9994-26017919BED6}" type="parTrans" cxnId="{2CA79600-7D17-4787-85E3-8594FEFCF699}">
      <dgm:prSet/>
      <dgm:spPr/>
      <dgm:t>
        <a:bodyPr/>
        <a:lstStyle/>
        <a:p>
          <a:endParaRPr lang="tr-TR"/>
        </a:p>
      </dgm:t>
    </dgm:pt>
    <dgm:pt modelId="{A5A92EA6-C09F-499F-826E-61D6D0E7A633}" type="sibTrans" cxnId="{2CA79600-7D17-4787-85E3-8594FEFCF699}">
      <dgm:prSet/>
      <dgm:spPr/>
      <dgm:t>
        <a:bodyPr/>
        <a:lstStyle/>
        <a:p>
          <a:endParaRPr lang="tr-TR"/>
        </a:p>
      </dgm:t>
    </dgm:pt>
    <dgm:pt modelId="{F221CB6E-5529-42DD-AF7F-C5B5C0F28704}">
      <dgm:prSet/>
      <dgm:spPr/>
      <dgm:t>
        <a:bodyPr/>
        <a:lstStyle/>
        <a:p>
          <a:r>
            <a:rPr lang="tr-TR"/>
            <a:t>gözden geçirerek okuma</a:t>
          </a:r>
        </a:p>
      </dgm:t>
    </dgm:pt>
    <dgm:pt modelId="{6D579CDE-FAC3-48CB-808F-860C58EAA7CD}" type="parTrans" cxnId="{42EC3080-4AE1-4DF2-9568-E0FA56044DB7}">
      <dgm:prSet/>
      <dgm:spPr/>
      <dgm:t>
        <a:bodyPr/>
        <a:lstStyle/>
        <a:p>
          <a:endParaRPr lang="tr-TR"/>
        </a:p>
      </dgm:t>
    </dgm:pt>
    <dgm:pt modelId="{67389FCF-D61E-4F5C-9C38-01038F233E14}" type="sibTrans" cxnId="{42EC3080-4AE1-4DF2-9568-E0FA56044DB7}">
      <dgm:prSet/>
      <dgm:spPr/>
      <dgm:t>
        <a:bodyPr/>
        <a:lstStyle/>
        <a:p>
          <a:endParaRPr lang="tr-TR"/>
        </a:p>
      </dgm:t>
    </dgm:pt>
    <dgm:pt modelId="{6AB21EA8-E5E1-4914-AA2D-1EF08B4D6C89}">
      <dgm:prSet/>
      <dgm:spPr/>
      <dgm:t>
        <a:bodyPr/>
        <a:lstStyle/>
        <a:p>
          <a:r>
            <a:rPr lang="tr-TR"/>
            <a:t>tarayarak okuma</a:t>
          </a:r>
        </a:p>
      </dgm:t>
    </dgm:pt>
    <dgm:pt modelId="{80EC870E-F6FC-4D27-A825-2ABFD0A5E44E}" type="parTrans" cxnId="{43C86AA3-9C30-411D-A2EB-A3DCA2A765D7}">
      <dgm:prSet/>
      <dgm:spPr/>
      <dgm:t>
        <a:bodyPr/>
        <a:lstStyle/>
        <a:p>
          <a:endParaRPr lang="tr-TR"/>
        </a:p>
      </dgm:t>
    </dgm:pt>
    <dgm:pt modelId="{5BFF8541-A847-4E7F-BE45-485C18B973DA}" type="sibTrans" cxnId="{43C86AA3-9C30-411D-A2EB-A3DCA2A765D7}">
      <dgm:prSet/>
      <dgm:spPr/>
      <dgm:t>
        <a:bodyPr/>
        <a:lstStyle/>
        <a:p>
          <a:endParaRPr lang="tr-TR"/>
        </a:p>
      </dgm:t>
    </dgm:pt>
    <dgm:pt modelId="{1CCF16CE-4832-4692-B8F8-69B465AA7896}">
      <dgm:prSet/>
      <dgm:spPr/>
      <dgm:t>
        <a:bodyPr/>
        <a:lstStyle/>
        <a:p>
          <a:r>
            <a:rPr lang="tr-TR"/>
            <a:t>yoğun okuma</a:t>
          </a:r>
        </a:p>
      </dgm:t>
    </dgm:pt>
    <dgm:pt modelId="{BEA811AD-548F-402B-95F5-F279900609DB}" type="parTrans" cxnId="{920A47D2-1581-47A4-8AD3-C531485CAE2F}">
      <dgm:prSet/>
      <dgm:spPr/>
      <dgm:t>
        <a:bodyPr/>
        <a:lstStyle/>
        <a:p>
          <a:endParaRPr lang="tr-TR"/>
        </a:p>
      </dgm:t>
    </dgm:pt>
    <dgm:pt modelId="{BAC873DB-9483-456A-8515-0D2544C8154F}" type="sibTrans" cxnId="{920A47D2-1581-47A4-8AD3-C531485CAE2F}">
      <dgm:prSet/>
      <dgm:spPr/>
      <dgm:t>
        <a:bodyPr/>
        <a:lstStyle/>
        <a:p>
          <a:endParaRPr lang="tr-TR"/>
        </a:p>
      </dgm:t>
    </dgm:pt>
    <dgm:pt modelId="{D744F85B-CE8D-4441-A0CC-C1E2DD16DC6F}">
      <dgm:prSet/>
      <dgm:spPr/>
      <dgm:t>
        <a:bodyPr/>
        <a:lstStyle/>
        <a:p>
          <a:r>
            <a:rPr lang="tr-TR"/>
            <a:t>yaygın/serbest okuma</a:t>
          </a:r>
        </a:p>
      </dgm:t>
    </dgm:pt>
    <dgm:pt modelId="{A5298DE8-E8D4-4463-A4F8-2F1D16DE43EE}" type="parTrans" cxnId="{73104AF9-F4D8-480F-8D31-C9FADB1169FC}">
      <dgm:prSet/>
      <dgm:spPr/>
      <dgm:t>
        <a:bodyPr/>
        <a:lstStyle/>
        <a:p>
          <a:endParaRPr lang="tr-TR"/>
        </a:p>
      </dgm:t>
    </dgm:pt>
    <dgm:pt modelId="{8709531E-F5A2-4A9D-90D3-AA9B67E8592A}" type="sibTrans" cxnId="{73104AF9-F4D8-480F-8D31-C9FADB1169FC}">
      <dgm:prSet/>
      <dgm:spPr/>
      <dgm:t>
        <a:bodyPr/>
        <a:lstStyle/>
        <a:p>
          <a:endParaRPr lang="tr-TR"/>
        </a:p>
      </dgm:t>
    </dgm:pt>
    <dgm:pt modelId="{7AA011E4-2CC0-4458-9D75-5D9EA3F7C43F}">
      <dgm:prSet/>
      <dgm:spPr/>
      <dgm:t>
        <a:bodyPr/>
        <a:lstStyle/>
        <a:p>
          <a:r>
            <a:rPr lang="tr-TR"/>
            <a:t>eleştirel okuma</a:t>
          </a:r>
        </a:p>
      </dgm:t>
    </dgm:pt>
    <dgm:pt modelId="{7CFCD632-0137-486F-A141-43E261018EB1}" type="parTrans" cxnId="{375C4AFC-022B-43DC-8063-2EA98C2D93C1}">
      <dgm:prSet/>
      <dgm:spPr/>
      <dgm:t>
        <a:bodyPr/>
        <a:lstStyle/>
        <a:p>
          <a:endParaRPr lang="tr-TR"/>
        </a:p>
      </dgm:t>
    </dgm:pt>
    <dgm:pt modelId="{C8EFF353-54C0-4C0F-B78A-F2C70BE972A6}" type="sibTrans" cxnId="{375C4AFC-022B-43DC-8063-2EA98C2D93C1}">
      <dgm:prSet/>
      <dgm:spPr/>
      <dgm:t>
        <a:bodyPr/>
        <a:lstStyle/>
        <a:p>
          <a:endParaRPr lang="tr-TR"/>
        </a:p>
      </dgm:t>
    </dgm:pt>
    <dgm:pt modelId="{0B68D75F-DF77-4046-BDCA-15259F4D7582}">
      <dgm:prSet/>
      <dgm:spPr/>
      <dgm:t>
        <a:bodyPr/>
        <a:lstStyle/>
        <a:p>
          <a:r>
            <a:rPr lang="tr-TR"/>
            <a:t>yaratıcı okuma </a:t>
          </a:r>
        </a:p>
      </dgm:t>
    </dgm:pt>
    <dgm:pt modelId="{620DEBF3-C1CF-41DD-BCD4-CB7933C2450D}" type="parTrans" cxnId="{F6ECB2E4-DDB7-4C0B-92EA-76A813FB7100}">
      <dgm:prSet/>
      <dgm:spPr/>
      <dgm:t>
        <a:bodyPr/>
        <a:lstStyle/>
        <a:p>
          <a:endParaRPr lang="tr-TR"/>
        </a:p>
      </dgm:t>
    </dgm:pt>
    <dgm:pt modelId="{DC692F6F-1FFD-4568-B26E-A20211EFC34A}" type="sibTrans" cxnId="{F6ECB2E4-DDB7-4C0B-92EA-76A813FB7100}">
      <dgm:prSet/>
      <dgm:spPr/>
      <dgm:t>
        <a:bodyPr/>
        <a:lstStyle/>
        <a:p>
          <a:endParaRPr lang="tr-TR"/>
        </a:p>
      </dgm:t>
    </dgm:pt>
    <dgm:pt modelId="{97AA61AC-2114-4B98-B1F1-42ADDFEE676B}" type="pres">
      <dgm:prSet presAssocID="{252C9672-9EFB-49AF-AAD0-FF495CBDE536}" presName="Name0" presStyleCnt="0">
        <dgm:presLayoutVars>
          <dgm:dir/>
          <dgm:animLvl val="lvl"/>
          <dgm:resizeHandles val="exact"/>
        </dgm:presLayoutVars>
      </dgm:prSet>
      <dgm:spPr/>
      <dgm:t>
        <a:bodyPr/>
        <a:lstStyle/>
        <a:p>
          <a:endParaRPr lang="tr-TR"/>
        </a:p>
      </dgm:t>
    </dgm:pt>
    <dgm:pt modelId="{DEFC0111-DCBB-4FCE-AF20-32D6B6A0FF3D}" type="pres">
      <dgm:prSet presAssocID="{E260EBCC-220B-4A42-A48F-39F2CB19056D}" presName="composite" presStyleCnt="0"/>
      <dgm:spPr/>
    </dgm:pt>
    <dgm:pt modelId="{40376E9C-BCA7-4A26-A509-E2299FF5687F}" type="pres">
      <dgm:prSet presAssocID="{E260EBCC-220B-4A42-A48F-39F2CB19056D}" presName="parTx" presStyleLbl="alignNode1" presStyleIdx="0" presStyleCnt="4">
        <dgm:presLayoutVars>
          <dgm:chMax val="0"/>
          <dgm:chPref val="0"/>
          <dgm:bulletEnabled val="1"/>
        </dgm:presLayoutVars>
      </dgm:prSet>
      <dgm:spPr/>
      <dgm:t>
        <a:bodyPr/>
        <a:lstStyle/>
        <a:p>
          <a:endParaRPr lang="tr-TR"/>
        </a:p>
      </dgm:t>
    </dgm:pt>
    <dgm:pt modelId="{3C8136A2-46A9-441F-8D42-5AE889B4F8B2}" type="pres">
      <dgm:prSet presAssocID="{E260EBCC-220B-4A42-A48F-39F2CB19056D}" presName="desTx" presStyleLbl="alignAccFollowNode1" presStyleIdx="0" presStyleCnt="4" custScaleY="100675">
        <dgm:presLayoutVars>
          <dgm:bulletEnabled val="1"/>
        </dgm:presLayoutVars>
      </dgm:prSet>
      <dgm:spPr/>
      <dgm:t>
        <a:bodyPr/>
        <a:lstStyle/>
        <a:p>
          <a:endParaRPr lang="tr-TR"/>
        </a:p>
      </dgm:t>
    </dgm:pt>
    <dgm:pt modelId="{56A7076F-16C8-4792-B024-4A3C4EA27344}" type="pres">
      <dgm:prSet presAssocID="{22B83A6B-CF49-4F45-910E-F87C86D68417}" presName="space" presStyleCnt="0"/>
      <dgm:spPr/>
    </dgm:pt>
    <dgm:pt modelId="{9046E6B2-6E01-4E64-87B5-099ECCB086AD}" type="pres">
      <dgm:prSet presAssocID="{82147DFD-8DFC-4E63-AF48-0BD05E2DEEBA}" presName="composite" presStyleCnt="0"/>
      <dgm:spPr/>
    </dgm:pt>
    <dgm:pt modelId="{9E33A24C-DF3F-4E35-897D-83D307FD564A}" type="pres">
      <dgm:prSet presAssocID="{82147DFD-8DFC-4E63-AF48-0BD05E2DEEBA}" presName="parTx" presStyleLbl="alignNode1" presStyleIdx="1" presStyleCnt="4">
        <dgm:presLayoutVars>
          <dgm:chMax val="0"/>
          <dgm:chPref val="0"/>
          <dgm:bulletEnabled val="1"/>
        </dgm:presLayoutVars>
      </dgm:prSet>
      <dgm:spPr/>
      <dgm:t>
        <a:bodyPr/>
        <a:lstStyle/>
        <a:p>
          <a:endParaRPr lang="tr-TR"/>
        </a:p>
      </dgm:t>
    </dgm:pt>
    <dgm:pt modelId="{E869811E-62F1-4CEE-B20A-06BEDFCF3052}" type="pres">
      <dgm:prSet presAssocID="{82147DFD-8DFC-4E63-AF48-0BD05E2DEEBA}" presName="desTx" presStyleLbl="alignAccFollowNode1" presStyleIdx="1" presStyleCnt="4">
        <dgm:presLayoutVars>
          <dgm:bulletEnabled val="1"/>
        </dgm:presLayoutVars>
      </dgm:prSet>
      <dgm:spPr/>
      <dgm:t>
        <a:bodyPr/>
        <a:lstStyle/>
        <a:p>
          <a:endParaRPr lang="tr-TR"/>
        </a:p>
      </dgm:t>
    </dgm:pt>
    <dgm:pt modelId="{9369487F-0481-45C8-8399-A1061BFDF6C0}" type="pres">
      <dgm:prSet presAssocID="{499D5FD8-9ED7-487E-A5E6-F4D9A4A16754}" presName="space" presStyleCnt="0"/>
      <dgm:spPr/>
    </dgm:pt>
    <dgm:pt modelId="{FDAF3C55-78EA-4797-88C7-0AC170D12967}" type="pres">
      <dgm:prSet presAssocID="{6667613D-0EDD-4A13-AD12-9724622C8875}" presName="composite" presStyleCnt="0"/>
      <dgm:spPr/>
    </dgm:pt>
    <dgm:pt modelId="{E392E11B-FC7F-4250-B8CF-D11434417E4B}" type="pres">
      <dgm:prSet presAssocID="{6667613D-0EDD-4A13-AD12-9724622C8875}" presName="parTx" presStyleLbl="alignNode1" presStyleIdx="2" presStyleCnt="4">
        <dgm:presLayoutVars>
          <dgm:chMax val="0"/>
          <dgm:chPref val="0"/>
          <dgm:bulletEnabled val="1"/>
        </dgm:presLayoutVars>
      </dgm:prSet>
      <dgm:spPr/>
      <dgm:t>
        <a:bodyPr/>
        <a:lstStyle/>
        <a:p>
          <a:endParaRPr lang="tr-TR"/>
        </a:p>
      </dgm:t>
    </dgm:pt>
    <dgm:pt modelId="{00C7E365-46C8-4A23-818F-9C1168FDD834}" type="pres">
      <dgm:prSet presAssocID="{6667613D-0EDD-4A13-AD12-9724622C8875}" presName="desTx" presStyleLbl="alignAccFollowNode1" presStyleIdx="2" presStyleCnt="4">
        <dgm:presLayoutVars>
          <dgm:bulletEnabled val="1"/>
        </dgm:presLayoutVars>
      </dgm:prSet>
      <dgm:spPr/>
      <dgm:t>
        <a:bodyPr/>
        <a:lstStyle/>
        <a:p>
          <a:endParaRPr lang="tr-TR"/>
        </a:p>
      </dgm:t>
    </dgm:pt>
    <dgm:pt modelId="{7CBF3613-F9BE-4EC2-A1CE-D23E216B09C2}" type="pres">
      <dgm:prSet presAssocID="{89E3C75E-5180-439D-AB72-A963AACB57F6}" presName="space" presStyleCnt="0"/>
      <dgm:spPr/>
    </dgm:pt>
    <dgm:pt modelId="{08479DD4-010B-4303-B0A2-BB80371F18BB}" type="pres">
      <dgm:prSet presAssocID="{134158E8-5287-4A22-81DF-4FA0C14D44A6}" presName="composite" presStyleCnt="0"/>
      <dgm:spPr/>
    </dgm:pt>
    <dgm:pt modelId="{65F9A327-98D2-4DBA-95F8-CFCF094497B8}" type="pres">
      <dgm:prSet presAssocID="{134158E8-5287-4A22-81DF-4FA0C14D44A6}" presName="parTx" presStyleLbl="alignNode1" presStyleIdx="3" presStyleCnt="4">
        <dgm:presLayoutVars>
          <dgm:chMax val="0"/>
          <dgm:chPref val="0"/>
          <dgm:bulletEnabled val="1"/>
        </dgm:presLayoutVars>
      </dgm:prSet>
      <dgm:spPr/>
      <dgm:t>
        <a:bodyPr/>
        <a:lstStyle/>
        <a:p>
          <a:endParaRPr lang="tr-TR"/>
        </a:p>
      </dgm:t>
    </dgm:pt>
    <dgm:pt modelId="{0603DDDF-E579-4688-B79D-5ABB822F9084}" type="pres">
      <dgm:prSet presAssocID="{134158E8-5287-4A22-81DF-4FA0C14D44A6}" presName="desTx" presStyleLbl="alignAccFollowNode1" presStyleIdx="3" presStyleCnt="4">
        <dgm:presLayoutVars>
          <dgm:bulletEnabled val="1"/>
        </dgm:presLayoutVars>
      </dgm:prSet>
      <dgm:spPr/>
      <dgm:t>
        <a:bodyPr/>
        <a:lstStyle/>
        <a:p>
          <a:endParaRPr lang="tr-TR"/>
        </a:p>
      </dgm:t>
    </dgm:pt>
  </dgm:ptLst>
  <dgm:cxnLst>
    <dgm:cxn modelId="{73104AF9-F4D8-480F-8D31-C9FADB1169FC}" srcId="{134158E8-5287-4A22-81DF-4FA0C14D44A6}" destId="{D744F85B-CE8D-4441-A0CC-C1E2DD16DC6F}" srcOrd="3" destOrd="0" parTransId="{A5298DE8-E8D4-4463-A4F8-2F1D16DE43EE}" sibTransId="{8709531E-F5A2-4A9D-90D3-AA9B67E8592A}"/>
    <dgm:cxn modelId="{1D6907D3-E23E-4CFD-9644-784F1104C37A}" type="presOf" srcId="{82147DFD-8DFC-4E63-AF48-0BD05E2DEEBA}" destId="{9E33A24C-DF3F-4E35-897D-83D307FD564A}" srcOrd="0" destOrd="0" presId="urn:microsoft.com/office/officeart/2005/8/layout/hList1"/>
    <dgm:cxn modelId="{920A47D2-1581-47A4-8AD3-C531485CAE2F}" srcId="{134158E8-5287-4A22-81DF-4FA0C14D44A6}" destId="{1CCF16CE-4832-4692-B8F8-69B465AA7896}" srcOrd="2" destOrd="0" parTransId="{BEA811AD-548F-402B-95F5-F279900609DB}" sibTransId="{BAC873DB-9483-456A-8515-0D2544C8154F}"/>
    <dgm:cxn modelId="{64537FAF-2769-4D7F-8C1E-F7021BBDCB9C}" type="presOf" srcId="{134158E8-5287-4A22-81DF-4FA0C14D44A6}" destId="{65F9A327-98D2-4DBA-95F8-CFCF094497B8}" srcOrd="0" destOrd="0" presId="urn:microsoft.com/office/officeart/2005/8/layout/hList1"/>
    <dgm:cxn modelId="{0888F3E6-A421-480D-BD4E-FF35A1E07501}" srcId="{82147DFD-8DFC-4E63-AF48-0BD05E2DEEBA}" destId="{5E8F7D09-BDD1-49DF-9B4F-26E993A18467}" srcOrd="1" destOrd="0" parTransId="{A9826212-5E3C-4CA2-889D-9A086D68F9AD}" sibTransId="{59F16D33-891F-4DC4-824C-55F0FCB961D9}"/>
    <dgm:cxn modelId="{9BC68CFD-DAFC-47F0-92F8-C3B275738EDD}" type="presOf" srcId="{7AA011E4-2CC0-4458-9D75-5D9EA3F7C43F}" destId="{0603DDDF-E579-4688-B79D-5ABB822F9084}" srcOrd="0" destOrd="4" presId="urn:microsoft.com/office/officeart/2005/8/layout/hList1"/>
    <dgm:cxn modelId="{0A0119E7-800E-4D29-9773-9C7DD59DCB91}" srcId="{E260EBCC-220B-4A42-A48F-39F2CB19056D}" destId="{9768FDFD-E256-4BD6-85A7-6C9B338D7E5D}" srcOrd="1" destOrd="0" parTransId="{BCFA37F5-A87F-4F11-9C8B-846BA5443BE5}" sibTransId="{FDEBF083-959C-4B70-BBFC-B90207F33F68}"/>
    <dgm:cxn modelId="{F6ECB2E4-DDB7-4C0B-92EA-76A813FB7100}" srcId="{134158E8-5287-4A22-81DF-4FA0C14D44A6}" destId="{0B68D75F-DF77-4046-BDCA-15259F4D7582}" srcOrd="5" destOrd="0" parTransId="{620DEBF3-C1CF-41DD-BCD4-CB7933C2450D}" sibTransId="{DC692F6F-1FFD-4568-B26E-A20211EFC34A}"/>
    <dgm:cxn modelId="{2CA79600-7D17-4787-85E3-8594FEFCF699}" srcId="{6667613D-0EDD-4A13-AD12-9724622C8875}" destId="{9D821953-8E49-42BF-A9BB-DC9CE8DB54E9}" srcOrd="2" destOrd="0" parTransId="{64730884-DEB9-4797-9994-26017919BED6}" sibTransId="{A5A92EA6-C09F-499F-826E-61D6D0E7A633}"/>
    <dgm:cxn modelId="{FC3BA441-A6F7-49DF-8577-6DC74B7E2FE0}" srcId="{252C9672-9EFB-49AF-AAD0-FF495CBDE536}" destId="{6667613D-0EDD-4A13-AD12-9724622C8875}" srcOrd="2" destOrd="0" parTransId="{55654FA4-80CD-4905-B7BC-3327A5B117DF}" sibTransId="{89E3C75E-5180-439D-AB72-A963AACB57F6}"/>
    <dgm:cxn modelId="{15821D21-7ADC-4A27-B92D-A9090844A95A}" srcId="{252C9672-9EFB-49AF-AAD0-FF495CBDE536}" destId="{82147DFD-8DFC-4E63-AF48-0BD05E2DEEBA}" srcOrd="1" destOrd="0" parTransId="{3A84B21F-C285-4DC4-BD15-34DCFC864DC4}" sibTransId="{499D5FD8-9ED7-487E-A5E6-F4D9A4A16754}"/>
    <dgm:cxn modelId="{2B6B7012-6A27-4E2D-BF34-F45138C49447}" type="presOf" srcId="{E260EBCC-220B-4A42-A48F-39F2CB19056D}" destId="{40376E9C-BCA7-4A26-A509-E2299FF5687F}" srcOrd="0" destOrd="0" presId="urn:microsoft.com/office/officeart/2005/8/layout/hList1"/>
    <dgm:cxn modelId="{16043F2E-A81C-4A4A-B47C-B5D074A6D92A}" srcId="{252C9672-9EFB-49AF-AAD0-FF495CBDE536}" destId="{134158E8-5287-4A22-81DF-4FA0C14D44A6}" srcOrd="3" destOrd="0" parTransId="{DCE8865E-9532-424E-85BA-55C967AC1F33}" sibTransId="{703401CD-4749-41BB-BAB0-C71EC6E7D53E}"/>
    <dgm:cxn modelId="{EE84456F-CCF5-47C0-8856-23BC0E27177F}" srcId="{82147DFD-8DFC-4E63-AF48-0BD05E2DEEBA}" destId="{A5E41A09-F61B-4513-B8AA-5535B27AA2A4}" srcOrd="0" destOrd="0" parTransId="{B9664E06-6F69-43CD-9E41-864174DDC447}" sibTransId="{FCF568E5-AB63-4E98-8C3B-2E1567A420C6}"/>
    <dgm:cxn modelId="{43C86AA3-9C30-411D-A2EB-A3DCA2A765D7}" srcId="{134158E8-5287-4A22-81DF-4FA0C14D44A6}" destId="{6AB21EA8-E5E1-4914-AA2D-1EF08B4D6C89}" srcOrd="1" destOrd="0" parTransId="{80EC870E-F6FC-4D27-A825-2ABFD0A5E44E}" sibTransId="{5BFF8541-A847-4E7F-BE45-485C18B973DA}"/>
    <dgm:cxn modelId="{A9650B65-779E-46FB-AF5B-2E1DB867EDFC}" type="presOf" srcId="{F221CB6E-5529-42DD-AF7F-C5B5C0F28704}" destId="{0603DDDF-E579-4688-B79D-5ABB822F9084}" srcOrd="0" destOrd="0" presId="urn:microsoft.com/office/officeart/2005/8/layout/hList1"/>
    <dgm:cxn modelId="{78E27C3C-CD07-4FCD-9D5F-37B5E84E1C59}" type="presOf" srcId="{252C9672-9EFB-49AF-AAD0-FF495CBDE536}" destId="{97AA61AC-2114-4B98-B1F1-42ADDFEE676B}" srcOrd="0" destOrd="0" presId="urn:microsoft.com/office/officeart/2005/8/layout/hList1"/>
    <dgm:cxn modelId="{BD43BBA1-4CFE-4D6C-B90E-B3AF21922262}" type="presOf" srcId="{A5E41A09-F61B-4513-B8AA-5535B27AA2A4}" destId="{E869811E-62F1-4CEE-B20A-06BEDFCF3052}" srcOrd="0" destOrd="0" presId="urn:microsoft.com/office/officeart/2005/8/layout/hList1"/>
    <dgm:cxn modelId="{87FA8ADB-63A0-4B9D-84E3-CB83B188A126}" type="presOf" srcId="{6AB21EA8-E5E1-4914-AA2D-1EF08B4D6C89}" destId="{0603DDDF-E579-4688-B79D-5ABB822F9084}" srcOrd="0" destOrd="1" presId="urn:microsoft.com/office/officeart/2005/8/layout/hList1"/>
    <dgm:cxn modelId="{3B1F2AF6-0AED-4A58-84F0-4EA44D48567C}" type="presOf" srcId="{16362921-98EC-4C25-8CC4-96FBCD361A06}" destId="{00C7E365-46C8-4A23-818F-9C1168FDD834}" srcOrd="0" destOrd="0" presId="urn:microsoft.com/office/officeart/2005/8/layout/hList1"/>
    <dgm:cxn modelId="{42EC3080-4AE1-4DF2-9568-E0FA56044DB7}" srcId="{134158E8-5287-4A22-81DF-4FA0C14D44A6}" destId="{F221CB6E-5529-42DD-AF7F-C5B5C0F28704}" srcOrd="0" destOrd="0" parTransId="{6D579CDE-FAC3-48CB-808F-860C58EAA7CD}" sibTransId="{67389FCF-D61E-4F5C-9C38-01038F233E14}"/>
    <dgm:cxn modelId="{E3EB0577-5772-4435-963D-5712EFE7B136}" type="presOf" srcId="{5E8F7D09-BDD1-49DF-9B4F-26E993A18467}" destId="{E869811E-62F1-4CEE-B20A-06BEDFCF3052}" srcOrd="0" destOrd="1" presId="urn:microsoft.com/office/officeart/2005/8/layout/hList1"/>
    <dgm:cxn modelId="{6E08EF05-AB1F-41AF-A7A9-A67BC8350539}" srcId="{252C9672-9EFB-49AF-AAD0-FF495CBDE536}" destId="{E260EBCC-220B-4A42-A48F-39F2CB19056D}" srcOrd="0" destOrd="0" parTransId="{CA7FC42D-1302-4F0C-A20C-56572E58AE4E}" sibTransId="{22B83A6B-CF49-4F45-910E-F87C86D68417}"/>
    <dgm:cxn modelId="{1837ADA7-2CA9-4C97-8130-30C90FA85342}" type="presOf" srcId="{D744F85B-CE8D-4441-A0CC-C1E2DD16DC6F}" destId="{0603DDDF-E579-4688-B79D-5ABB822F9084}" srcOrd="0" destOrd="3" presId="urn:microsoft.com/office/officeart/2005/8/layout/hList1"/>
    <dgm:cxn modelId="{6EB37509-A88C-4F54-BF0C-DD7B2FC5240C}" type="presOf" srcId="{9768FDFD-E256-4BD6-85A7-6C9B338D7E5D}" destId="{3C8136A2-46A9-441F-8D42-5AE889B4F8B2}" srcOrd="0" destOrd="1" presId="urn:microsoft.com/office/officeart/2005/8/layout/hList1"/>
    <dgm:cxn modelId="{F2BEFF5A-FE02-48B0-B2A2-3998B126A0A1}" type="presOf" srcId="{0B68D75F-DF77-4046-BDCA-15259F4D7582}" destId="{0603DDDF-E579-4688-B79D-5ABB822F9084}" srcOrd="0" destOrd="5" presId="urn:microsoft.com/office/officeart/2005/8/layout/hList1"/>
    <dgm:cxn modelId="{74C54ABD-7931-4ED7-96A7-C56E6CCCE6CD}" srcId="{E260EBCC-220B-4A42-A48F-39F2CB19056D}" destId="{B6525333-9377-44AF-BDDD-C58F1737DE69}" srcOrd="0" destOrd="0" parTransId="{7C2DFE8D-04C3-46CA-8B4F-BC5D249C9772}" sibTransId="{943F0DB5-7333-422F-8584-80EA96FA9997}"/>
    <dgm:cxn modelId="{375C4AFC-022B-43DC-8063-2EA98C2D93C1}" srcId="{134158E8-5287-4A22-81DF-4FA0C14D44A6}" destId="{7AA011E4-2CC0-4458-9D75-5D9EA3F7C43F}" srcOrd="4" destOrd="0" parTransId="{7CFCD632-0137-486F-A141-43E261018EB1}" sibTransId="{C8EFF353-54C0-4C0F-B78A-F2C70BE972A6}"/>
    <dgm:cxn modelId="{64776466-C844-41C0-BF8E-9F8930446052}" type="presOf" srcId="{B6525333-9377-44AF-BDDD-C58F1737DE69}" destId="{3C8136A2-46A9-441F-8D42-5AE889B4F8B2}" srcOrd="0" destOrd="0" presId="urn:microsoft.com/office/officeart/2005/8/layout/hList1"/>
    <dgm:cxn modelId="{751093B8-E307-488C-958F-6C285170A8D8}" type="presOf" srcId="{1CCF16CE-4832-4692-B8F8-69B465AA7896}" destId="{0603DDDF-E579-4688-B79D-5ABB822F9084}" srcOrd="0" destOrd="2" presId="urn:microsoft.com/office/officeart/2005/8/layout/hList1"/>
    <dgm:cxn modelId="{F9644B68-B790-40AA-B8EF-04B4D9200BB8}" type="presOf" srcId="{D47058AF-1E39-403A-AF74-66A048E8F07F}" destId="{00C7E365-46C8-4A23-818F-9C1168FDD834}" srcOrd="0" destOrd="1" presId="urn:microsoft.com/office/officeart/2005/8/layout/hList1"/>
    <dgm:cxn modelId="{98166551-B341-46B6-80FD-7C96B0446B63}" type="presOf" srcId="{9D821953-8E49-42BF-A9BB-DC9CE8DB54E9}" destId="{00C7E365-46C8-4A23-818F-9C1168FDD834}" srcOrd="0" destOrd="2" presId="urn:microsoft.com/office/officeart/2005/8/layout/hList1"/>
    <dgm:cxn modelId="{0F7E6C81-7B3D-4DBA-9AC4-F123D9F3F0E0}" type="presOf" srcId="{6667613D-0EDD-4A13-AD12-9724622C8875}" destId="{E392E11B-FC7F-4250-B8CF-D11434417E4B}" srcOrd="0" destOrd="0" presId="urn:microsoft.com/office/officeart/2005/8/layout/hList1"/>
    <dgm:cxn modelId="{4F3C7E25-F036-43D3-AB54-B88B5AFF3A00}" srcId="{6667613D-0EDD-4A13-AD12-9724622C8875}" destId="{D47058AF-1E39-403A-AF74-66A048E8F07F}" srcOrd="1" destOrd="0" parTransId="{D737D551-2240-4EA8-8DB3-EF1CF25EB593}" sibTransId="{F9957BBF-29B9-404A-8970-557CD935869D}"/>
    <dgm:cxn modelId="{5AFEEC97-74B4-4413-A7DF-A67E17701F60}" srcId="{6667613D-0EDD-4A13-AD12-9724622C8875}" destId="{16362921-98EC-4C25-8CC4-96FBCD361A06}" srcOrd="0" destOrd="0" parTransId="{FC031DCB-AD9A-4125-B61B-2D4E2CBDB137}" sibTransId="{4518B9FB-11A4-47D3-BF96-C9BE3C2F3129}"/>
    <dgm:cxn modelId="{96876288-0CDD-45C6-8907-4F563D2F3C4F}" type="presParOf" srcId="{97AA61AC-2114-4B98-B1F1-42ADDFEE676B}" destId="{DEFC0111-DCBB-4FCE-AF20-32D6B6A0FF3D}" srcOrd="0" destOrd="0" presId="urn:microsoft.com/office/officeart/2005/8/layout/hList1"/>
    <dgm:cxn modelId="{033BFF7A-0062-4F2A-B6CC-0281437FEE83}" type="presParOf" srcId="{DEFC0111-DCBB-4FCE-AF20-32D6B6A0FF3D}" destId="{40376E9C-BCA7-4A26-A509-E2299FF5687F}" srcOrd="0" destOrd="0" presId="urn:microsoft.com/office/officeart/2005/8/layout/hList1"/>
    <dgm:cxn modelId="{98F708F5-9796-49AC-B1A0-E8BCA6FBEE2E}" type="presParOf" srcId="{DEFC0111-DCBB-4FCE-AF20-32D6B6A0FF3D}" destId="{3C8136A2-46A9-441F-8D42-5AE889B4F8B2}" srcOrd="1" destOrd="0" presId="urn:microsoft.com/office/officeart/2005/8/layout/hList1"/>
    <dgm:cxn modelId="{5C7862AE-C597-4DF0-A1E2-4128D4257070}" type="presParOf" srcId="{97AA61AC-2114-4B98-B1F1-42ADDFEE676B}" destId="{56A7076F-16C8-4792-B024-4A3C4EA27344}" srcOrd="1" destOrd="0" presId="urn:microsoft.com/office/officeart/2005/8/layout/hList1"/>
    <dgm:cxn modelId="{713C37B7-128E-4403-9D75-167244D3B714}" type="presParOf" srcId="{97AA61AC-2114-4B98-B1F1-42ADDFEE676B}" destId="{9046E6B2-6E01-4E64-87B5-099ECCB086AD}" srcOrd="2" destOrd="0" presId="urn:microsoft.com/office/officeart/2005/8/layout/hList1"/>
    <dgm:cxn modelId="{D0C5A238-3952-495F-A0FB-FBAAF9BB3EAE}" type="presParOf" srcId="{9046E6B2-6E01-4E64-87B5-099ECCB086AD}" destId="{9E33A24C-DF3F-4E35-897D-83D307FD564A}" srcOrd="0" destOrd="0" presId="urn:microsoft.com/office/officeart/2005/8/layout/hList1"/>
    <dgm:cxn modelId="{A1C978E5-D576-4071-9A18-888D500BFC2A}" type="presParOf" srcId="{9046E6B2-6E01-4E64-87B5-099ECCB086AD}" destId="{E869811E-62F1-4CEE-B20A-06BEDFCF3052}" srcOrd="1" destOrd="0" presId="urn:microsoft.com/office/officeart/2005/8/layout/hList1"/>
    <dgm:cxn modelId="{194387F8-B89C-4373-9FF6-2F29CAE76EB1}" type="presParOf" srcId="{97AA61AC-2114-4B98-B1F1-42ADDFEE676B}" destId="{9369487F-0481-45C8-8399-A1061BFDF6C0}" srcOrd="3" destOrd="0" presId="urn:microsoft.com/office/officeart/2005/8/layout/hList1"/>
    <dgm:cxn modelId="{CA65B0F4-9212-4710-861B-15068D05C4B0}" type="presParOf" srcId="{97AA61AC-2114-4B98-B1F1-42ADDFEE676B}" destId="{FDAF3C55-78EA-4797-88C7-0AC170D12967}" srcOrd="4" destOrd="0" presId="urn:microsoft.com/office/officeart/2005/8/layout/hList1"/>
    <dgm:cxn modelId="{B572B339-93D1-454B-BAAE-D329E95F0135}" type="presParOf" srcId="{FDAF3C55-78EA-4797-88C7-0AC170D12967}" destId="{E392E11B-FC7F-4250-B8CF-D11434417E4B}" srcOrd="0" destOrd="0" presId="urn:microsoft.com/office/officeart/2005/8/layout/hList1"/>
    <dgm:cxn modelId="{0AE3595C-EA9A-4B21-8407-2E939C4732E5}" type="presParOf" srcId="{FDAF3C55-78EA-4797-88C7-0AC170D12967}" destId="{00C7E365-46C8-4A23-818F-9C1168FDD834}" srcOrd="1" destOrd="0" presId="urn:microsoft.com/office/officeart/2005/8/layout/hList1"/>
    <dgm:cxn modelId="{1DF38F17-2715-4A9A-BD47-26082BD86843}" type="presParOf" srcId="{97AA61AC-2114-4B98-B1F1-42ADDFEE676B}" destId="{7CBF3613-F9BE-4EC2-A1CE-D23E216B09C2}" srcOrd="5" destOrd="0" presId="urn:microsoft.com/office/officeart/2005/8/layout/hList1"/>
    <dgm:cxn modelId="{0DEBC375-5593-4287-96EF-5F8D0B3D5464}" type="presParOf" srcId="{97AA61AC-2114-4B98-B1F1-42ADDFEE676B}" destId="{08479DD4-010B-4303-B0A2-BB80371F18BB}" srcOrd="6" destOrd="0" presId="urn:microsoft.com/office/officeart/2005/8/layout/hList1"/>
    <dgm:cxn modelId="{21D663BF-227D-4D8A-A3C4-F73803E7F664}" type="presParOf" srcId="{08479DD4-010B-4303-B0A2-BB80371F18BB}" destId="{65F9A327-98D2-4DBA-95F8-CFCF094497B8}" srcOrd="0" destOrd="0" presId="urn:microsoft.com/office/officeart/2005/8/layout/hList1"/>
    <dgm:cxn modelId="{28D91761-78D2-4A7F-A930-6D8F667693C6}" type="presParOf" srcId="{08479DD4-010B-4303-B0A2-BB80371F18BB}" destId="{0603DDDF-E579-4688-B79D-5ABB822F9084}" srcOrd="1" destOrd="0" presId="urn:microsoft.com/office/officeart/2005/8/layout/hList1"/>
  </dgm:cxnLst>
  <dgm:bg>
    <a:solidFill>
      <a:schemeClr val="accent4">
        <a:lumMod val="40000"/>
        <a:lumOff val="60000"/>
      </a:schemeClr>
    </a:solidFill>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5AFBD6-E4BC-4829-B827-05AAFE823370}">
      <dsp:nvSpPr>
        <dsp:cNvPr id="0" name=""/>
        <dsp:cNvSpPr/>
      </dsp:nvSpPr>
      <dsp:spPr>
        <a:xfrm>
          <a:off x="758645" y="0"/>
          <a:ext cx="1381125" cy="1381125"/>
        </a:xfrm>
        <a:prstGeom prst="triangle">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tr-TR" sz="1600" b="1" kern="1200" dirty="0">
              <a:solidFill>
                <a:schemeClr val="tx1"/>
              </a:solidFill>
            </a:rPr>
            <a:t>okur</a:t>
          </a:r>
        </a:p>
      </dsp:txBody>
      <dsp:txXfrm>
        <a:off x="1103926" y="690563"/>
        <a:ext cx="690563" cy="690562"/>
      </dsp:txXfrm>
    </dsp:sp>
    <dsp:sp modelId="{EE14B2C1-751B-46A8-BB93-F42B7C7E8B9D}">
      <dsp:nvSpPr>
        <dsp:cNvPr id="0" name=""/>
        <dsp:cNvSpPr/>
      </dsp:nvSpPr>
      <dsp:spPr>
        <a:xfrm>
          <a:off x="68083" y="1381125"/>
          <a:ext cx="1381125" cy="1381125"/>
        </a:xfrm>
        <a:prstGeom prst="triangle">
          <a:avLst/>
        </a:prstGeom>
        <a:solidFill>
          <a:schemeClr val="accent4">
            <a:hueOff val="3465231"/>
            <a:satOff val="-15989"/>
            <a:lumOff val="58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tr-TR" sz="1600" b="1" kern="1200" dirty="0">
              <a:solidFill>
                <a:schemeClr val="tx1"/>
              </a:solidFill>
            </a:rPr>
            <a:t>amaç</a:t>
          </a:r>
        </a:p>
      </dsp:txBody>
      <dsp:txXfrm>
        <a:off x="413364" y="2071688"/>
        <a:ext cx="690563" cy="690562"/>
      </dsp:txXfrm>
    </dsp:sp>
    <dsp:sp modelId="{7BBCC667-4404-473A-9536-8965A7749CF9}">
      <dsp:nvSpPr>
        <dsp:cNvPr id="0" name=""/>
        <dsp:cNvSpPr/>
      </dsp:nvSpPr>
      <dsp:spPr>
        <a:xfrm rot="10800000">
          <a:off x="758645" y="1381125"/>
          <a:ext cx="1381125" cy="1381125"/>
        </a:xfrm>
        <a:prstGeom prst="triangle">
          <a:avLst/>
        </a:prstGeom>
        <a:solidFill>
          <a:schemeClr val="accent4">
            <a:hueOff val="6930461"/>
            <a:satOff val="-31979"/>
            <a:lumOff val="1177"/>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tr-TR" sz="1600" b="1" kern="1200" dirty="0">
              <a:solidFill>
                <a:schemeClr val="tx1"/>
              </a:solidFill>
            </a:rPr>
            <a:t>metin</a:t>
          </a:r>
        </a:p>
      </dsp:txBody>
      <dsp:txXfrm rot="10800000">
        <a:off x="1103926" y="1381125"/>
        <a:ext cx="690563" cy="690562"/>
      </dsp:txXfrm>
    </dsp:sp>
    <dsp:sp modelId="{3EA05F9B-A3C8-474A-ABD4-02A77F3CE092}">
      <dsp:nvSpPr>
        <dsp:cNvPr id="0" name=""/>
        <dsp:cNvSpPr/>
      </dsp:nvSpPr>
      <dsp:spPr>
        <a:xfrm>
          <a:off x="1449208" y="1381125"/>
          <a:ext cx="1381125" cy="1381125"/>
        </a:xfrm>
        <a:prstGeom prst="triangle">
          <a:avLst/>
        </a:prstGeom>
        <a:solidFill>
          <a:schemeClr val="accent4">
            <a:hueOff val="10395692"/>
            <a:satOff val="-47968"/>
            <a:lumOff val="176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tr-TR" sz="1900" b="1" kern="1200" dirty="0">
              <a:solidFill>
                <a:schemeClr val="tx1"/>
              </a:solidFill>
            </a:rPr>
            <a:t>yazar</a:t>
          </a:r>
        </a:p>
      </dsp:txBody>
      <dsp:txXfrm>
        <a:off x="1794489" y="2071688"/>
        <a:ext cx="690563" cy="69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A1154-9CD7-44B1-9BCB-01469FF8F0A5}">
      <dsp:nvSpPr>
        <dsp:cNvPr id="0" name=""/>
        <dsp:cNvSpPr/>
      </dsp:nvSpPr>
      <dsp:spPr>
        <a:xfrm>
          <a:off x="0" y="232713"/>
          <a:ext cx="2363080" cy="945232"/>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latin typeface="Times New Roman" pitchFamily="18" charset="0"/>
              <a:cs typeface="Times New Roman" pitchFamily="18" charset="0"/>
            </a:rPr>
            <a:t>Nerede okuruz?</a:t>
          </a:r>
        </a:p>
      </dsp:txBody>
      <dsp:txXfrm>
        <a:off x="0" y="232713"/>
        <a:ext cx="2363080" cy="945232"/>
      </dsp:txXfrm>
    </dsp:sp>
    <dsp:sp modelId="{779EB2CD-133D-48CE-8C6C-95E8F9370450}">
      <dsp:nvSpPr>
        <dsp:cNvPr id="0" name=""/>
        <dsp:cNvSpPr/>
      </dsp:nvSpPr>
      <dsp:spPr>
        <a:xfrm>
          <a:off x="2452" y="1014921"/>
          <a:ext cx="2391370" cy="3122437"/>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Evde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Okulda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Kütüphanede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Parkta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Trende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Metroda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Odada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Masada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Yurtta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Tatilde </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Mutfakta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Salonda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Balkonda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t>
          </a:r>
        </a:p>
      </dsp:txBody>
      <dsp:txXfrm>
        <a:off x="2452" y="1014921"/>
        <a:ext cx="2391370" cy="3122437"/>
      </dsp:txXfrm>
    </dsp:sp>
    <dsp:sp modelId="{A7832014-47D9-4F5F-80CE-5C601B11FA64}">
      <dsp:nvSpPr>
        <dsp:cNvPr id="0" name=""/>
        <dsp:cNvSpPr/>
      </dsp:nvSpPr>
      <dsp:spPr>
        <a:xfrm>
          <a:off x="2728614" y="105346"/>
          <a:ext cx="2391370" cy="956548"/>
        </a:xfrm>
        <a:prstGeom prst="rect">
          <a:avLst/>
        </a:prstGeom>
        <a:gradFill rotWithShape="0">
          <a:gsLst>
            <a:gs pos="0">
              <a:schemeClr val="accent4">
                <a:hueOff val="5197846"/>
                <a:satOff val="-23984"/>
                <a:lumOff val="883"/>
                <a:alphaOff val="0"/>
                <a:lumMod val="110000"/>
                <a:satMod val="105000"/>
                <a:tint val="67000"/>
              </a:schemeClr>
            </a:gs>
            <a:gs pos="50000">
              <a:schemeClr val="accent4">
                <a:hueOff val="5197846"/>
                <a:satOff val="-23984"/>
                <a:lumOff val="883"/>
                <a:alphaOff val="0"/>
                <a:lumMod val="105000"/>
                <a:satMod val="103000"/>
                <a:tint val="73000"/>
              </a:schemeClr>
            </a:gs>
            <a:gs pos="100000">
              <a:schemeClr val="accent4">
                <a:hueOff val="5197846"/>
                <a:satOff val="-23984"/>
                <a:lumOff val="883"/>
                <a:alphaOff val="0"/>
                <a:lumMod val="105000"/>
                <a:satMod val="109000"/>
                <a:tint val="81000"/>
              </a:schemeClr>
            </a:gs>
          </a:gsLst>
          <a:lin ang="5400000" scaled="0"/>
        </a:gradFill>
        <a:ln w="6350" cap="flat" cmpd="sng" algn="ctr">
          <a:solidFill>
            <a:schemeClr val="accent4">
              <a:hueOff val="5197846"/>
              <a:satOff val="-23984"/>
              <a:lumOff val="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latin typeface="Times New Roman" pitchFamily="18" charset="0"/>
              <a:cs typeface="Times New Roman" pitchFamily="18" charset="0"/>
            </a:rPr>
            <a:t>Ne zaman okuruz?</a:t>
          </a:r>
        </a:p>
      </dsp:txBody>
      <dsp:txXfrm>
        <a:off x="2728614" y="105346"/>
        <a:ext cx="2391370" cy="956548"/>
      </dsp:txXfrm>
    </dsp:sp>
    <dsp:sp modelId="{99EA7A12-B82A-42AB-9AB9-6F8475F7E73F}">
      <dsp:nvSpPr>
        <dsp:cNvPr id="0" name=""/>
        <dsp:cNvSpPr/>
      </dsp:nvSpPr>
      <dsp:spPr>
        <a:xfrm>
          <a:off x="2728614" y="1061894"/>
          <a:ext cx="2391370" cy="3122437"/>
        </a:xfrm>
        <a:prstGeom prst="rect">
          <a:avLst/>
        </a:prstGeom>
        <a:solidFill>
          <a:schemeClr val="accent4">
            <a:tint val="40000"/>
            <a:alpha val="90000"/>
            <a:hueOff val="5756959"/>
            <a:satOff val="-30630"/>
            <a:lumOff val="-1745"/>
            <a:alphaOff val="0"/>
          </a:schemeClr>
        </a:solidFill>
        <a:ln w="6350" cap="flat" cmpd="sng" algn="ctr">
          <a:solidFill>
            <a:schemeClr val="accent4">
              <a:tint val="40000"/>
              <a:alpha val="90000"/>
              <a:hueOff val="5756959"/>
              <a:satOff val="-30630"/>
              <a:lumOff val="-174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Sabah</a:t>
          </a:r>
        </a:p>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Akşam</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Öğlen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Pazar gibi </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Yemekten önce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Yemekten sonra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Fırsat buldukça</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Sınavdan önce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Sunumdan önce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Yazmadan önce</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t>
          </a:r>
        </a:p>
      </dsp:txBody>
      <dsp:txXfrm>
        <a:off x="2728614" y="1061894"/>
        <a:ext cx="2391370" cy="3122437"/>
      </dsp:txXfrm>
    </dsp:sp>
    <dsp:sp modelId="{9D7FBFE8-A44A-4FAC-A82C-A901D4511D76}">
      <dsp:nvSpPr>
        <dsp:cNvPr id="0" name=""/>
        <dsp:cNvSpPr/>
      </dsp:nvSpPr>
      <dsp:spPr>
        <a:xfrm>
          <a:off x="5454777" y="105346"/>
          <a:ext cx="2391370" cy="956548"/>
        </a:xfrm>
        <a:prstGeom prst="rect">
          <a:avLst/>
        </a:prstGeom>
        <a:gradFill rotWithShape="0">
          <a:gsLst>
            <a:gs pos="0">
              <a:schemeClr val="accent4">
                <a:hueOff val="10395692"/>
                <a:satOff val="-47968"/>
                <a:lumOff val="1765"/>
                <a:alphaOff val="0"/>
                <a:lumMod val="110000"/>
                <a:satMod val="105000"/>
                <a:tint val="67000"/>
              </a:schemeClr>
            </a:gs>
            <a:gs pos="50000">
              <a:schemeClr val="accent4">
                <a:hueOff val="10395692"/>
                <a:satOff val="-47968"/>
                <a:lumOff val="1765"/>
                <a:alphaOff val="0"/>
                <a:lumMod val="105000"/>
                <a:satMod val="103000"/>
                <a:tint val="73000"/>
              </a:schemeClr>
            </a:gs>
            <a:gs pos="100000">
              <a:schemeClr val="accent4">
                <a:hueOff val="10395692"/>
                <a:satOff val="-47968"/>
                <a:lumOff val="1765"/>
                <a:alphaOff val="0"/>
                <a:lumMod val="105000"/>
                <a:satMod val="109000"/>
                <a:tint val="81000"/>
              </a:schemeClr>
            </a:gs>
          </a:gsLst>
          <a:lin ang="5400000" scaled="0"/>
        </a:gradFill>
        <a:ln w="6350" cap="flat" cmpd="sng" algn="ctr">
          <a:solidFill>
            <a:schemeClr val="accent4">
              <a:hueOff val="10395692"/>
              <a:satOff val="-47968"/>
              <a:lumOff val="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latin typeface="Times New Roman" pitchFamily="18" charset="0"/>
              <a:cs typeface="Times New Roman" pitchFamily="18" charset="0"/>
            </a:rPr>
            <a:t>Niçin okuruz?</a:t>
          </a:r>
        </a:p>
      </dsp:txBody>
      <dsp:txXfrm>
        <a:off x="5454777" y="105346"/>
        <a:ext cx="2391370" cy="956548"/>
      </dsp:txXfrm>
    </dsp:sp>
    <dsp:sp modelId="{7FA8EF07-752B-470A-A2DD-258EAB033B29}">
      <dsp:nvSpPr>
        <dsp:cNvPr id="0" name=""/>
        <dsp:cNvSpPr/>
      </dsp:nvSpPr>
      <dsp:spPr>
        <a:xfrm>
          <a:off x="5454777" y="1061894"/>
          <a:ext cx="2391370" cy="3122437"/>
        </a:xfrm>
        <a:prstGeom prst="rect">
          <a:avLst/>
        </a:prstGeom>
        <a:solidFill>
          <a:schemeClr val="accent4">
            <a:tint val="40000"/>
            <a:alpha val="90000"/>
            <a:hueOff val="11513918"/>
            <a:satOff val="-61261"/>
            <a:lumOff val="-3490"/>
            <a:alphaOff val="0"/>
          </a:schemeClr>
        </a:solidFill>
        <a:ln w="6350" cap="flat" cmpd="sng" algn="ctr">
          <a:solidFill>
            <a:schemeClr val="accent4">
              <a:tint val="40000"/>
              <a:alpha val="90000"/>
              <a:hueOff val="11513918"/>
              <a:satOff val="-61261"/>
              <a:lumOff val="-349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Öğrenmek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Bilgilenmek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Keyif almak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Mutlu olmak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Proje yazmak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Tez yazmak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Mesleki gelişim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Kendimizi tanımak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Merak ettiğimiz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Kart, mesaj yazmak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Rapor yazmak için</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t>
          </a:r>
        </a:p>
      </dsp:txBody>
      <dsp:txXfrm>
        <a:off x="5454777" y="1061894"/>
        <a:ext cx="2391370" cy="3122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33698-6178-4676-AD32-0B51064ADB86}">
      <dsp:nvSpPr>
        <dsp:cNvPr id="0" name=""/>
        <dsp:cNvSpPr/>
      </dsp:nvSpPr>
      <dsp:spPr>
        <a:xfrm>
          <a:off x="3733799" y="1036"/>
          <a:ext cx="1066799" cy="106679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tr-TR" sz="1100" b="1" kern="1200" dirty="0">
              <a:solidFill>
                <a:schemeClr val="tx1"/>
              </a:solidFill>
            </a:rPr>
            <a:t>OKUMA BECERİSİ</a:t>
          </a:r>
        </a:p>
      </dsp:txBody>
      <dsp:txXfrm>
        <a:off x="3890028" y="157265"/>
        <a:ext cx="754341" cy="754341"/>
      </dsp:txXfrm>
    </dsp:sp>
    <dsp:sp modelId="{0FAFB2A4-486B-4157-BB9E-29ABFE712C4B}">
      <dsp:nvSpPr>
        <dsp:cNvPr id="0" name=""/>
        <dsp:cNvSpPr/>
      </dsp:nvSpPr>
      <dsp:spPr>
        <a:xfrm rot="1542857">
          <a:off x="4840069" y="698782"/>
          <a:ext cx="284440" cy="36004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a:off x="4844294" y="752279"/>
        <a:ext cx="199108" cy="216026"/>
      </dsp:txXfrm>
    </dsp:sp>
    <dsp:sp modelId="{2C79A50A-E3A9-4C9A-9BB2-2B5A68CED9D0}">
      <dsp:nvSpPr>
        <dsp:cNvPr id="0" name=""/>
        <dsp:cNvSpPr/>
      </dsp:nvSpPr>
      <dsp:spPr>
        <a:xfrm>
          <a:off x="5178485" y="696760"/>
          <a:ext cx="1066799" cy="1066799"/>
        </a:xfrm>
        <a:prstGeom prst="ellipse">
          <a:avLst/>
        </a:prstGeom>
        <a:solidFill>
          <a:schemeClr val="accent4">
            <a:hueOff val="1732615"/>
            <a:satOff val="-7995"/>
            <a:lumOff val="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tr-TR" sz="1100" b="1" kern="1200" dirty="0">
              <a:solidFill>
                <a:schemeClr val="tx1"/>
              </a:solidFill>
            </a:rPr>
            <a:t>1. Kod Çözme  ve Çözümleme </a:t>
          </a:r>
        </a:p>
      </dsp:txBody>
      <dsp:txXfrm>
        <a:off x="5334714" y="852989"/>
        <a:ext cx="754341" cy="754341"/>
      </dsp:txXfrm>
    </dsp:sp>
    <dsp:sp modelId="{14044867-D76C-42E4-90F0-31FF88C71D7E}">
      <dsp:nvSpPr>
        <dsp:cNvPr id="0" name=""/>
        <dsp:cNvSpPr/>
      </dsp:nvSpPr>
      <dsp:spPr>
        <a:xfrm rot="4628571">
          <a:off x="5746277" y="1823928"/>
          <a:ext cx="284440" cy="360044"/>
        </a:xfrm>
        <a:prstGeom prst="rightArrow">
          <a:avLst>
            <a:gd name="adj1" fmla="val 60000"/>
            <a:gd name="adj2" fmla="val 50000"/>
          </a:avLst>
        </a:prstGeom>
        <a:solidFill>
          <a:schemeClr val="accent4">
            <a:hueOff val="1732615"/>
            <a:satOff val="-7995"/>
            <a:lumOff val="29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a:off x="5779449" y="1854341"/>
        <a:ext cx="199108" cy="216026"/>
      </dsp:txXfrm>
    </dsp:sp>
    <dsp:sp modelId="{471F1C85-A88D-45B5-A0CB-A73662E05434}">
      <dsp:nvSpPr>
        <dsp:cNvPr id="0" name=""/>
        <dsp:cNvSpPr/>
      </dsp:nvSpPr>
      <dsp:spPr>
        <a:xfrm>
          <a:off x="5535292" y="2260037"/>
          <a:ext cx="1066799" cy="1066799"/>
        </a:xfrm>
        <a:prstGeom prst="ellipse">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2. Akıcılık</a:t>
          </a:r>
        </a:p>
      </dsp:txBody>
      <dsp:txXfrm>
        <a:off x="5691521" y="2416266"/>
        <a:ext cx="754341" cy="754341"/>
      </dsp:txXfrm>
    </dsp:sp>
    <dsp:sp modelId="{0A593301-CF2D-4DE3-9B3A-068EF0301AD9}">
      <dsp:nvSpPr>
        <dsp:cNvPr id="0" name=""/>
        <dsp:cNvSpPr/>
      </dsp:nvSpPr>
      <dsp:spPr>
        <a:xfrm rot="7714286">
          <a:off x="5431615" y="3233946"/>
          <a:ext cx="284440" cy="360044"/>
        </a:xfrm>
        <a:prstGeom prst="rightArrow">
          <a:avLst>
            <a:gd name="adj1" fmla="val 60000"/>
            <a:gd name="adj2" fmla="val 50000"/>
          </a:avLst>
        </a:prstGeom>
        <a:solidFill>
          <a:schemeClr val="accent4">
            <a:hueOff val="3465231"/>
            <a:satOff val="-15989"/>
            <a:lumOff val="58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rot="10800000">
        <a:off x="5500883" y="3272597"/>
        <a:ext cx="199108" cy="216026"/>
      </dsp:txXfrm>
    </dsp:sp>
    <dsp:sp modelId="{D0E738F9-3D37-434E-8D40-34BED98CFA63}">
      <dsp:nvSpPr>
        <dsp:cNvPr id="0" name=""/>
        <dsp:cNvSpPr/>
      </dsp:nvSpPr>
      <dsp:spPr>
        <a:xfrm>
          <a:off x="4535539" y="3513688"/>
          <a:ext cx="1066799" cy="1066799"/>
        </a:xfrm>
        <a:prstGeom prst="ellipse">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3. Sözcük Bilgisi</a:t>
          </a:r>
        </a:p>
      </dsp:txBody>
      <dsp:txXfrm>
        <a:off x="4691768" y="3669917"/>
        <a:ext cx="754341" cy="754341"/>
      </dsp:txXfrm>
    </dsp:sp>
    <dsp:sp modelId="{BC091E3D-B96D-4E98-A3E8-6B2C8822ACB7}">
      <dsp:nvSpPr>
        <dsp:cNvPr id="0" name=""/>
        <dsp:cNvSpPr/>
      </dsp:nvSpPr>
      <dsp:spPr>
        <a:xfrm rot="10800000">
          <a:off x="4133029" y="3867066"/>
          <a:ext cx="284440" cy="360044"/>
        </a:xfrm>
        <a:prstGeom prst="rightArrow">
          <a:avLst>
            <a:gd name="adj1" fmla="val 60000"/>
            <a:gd name="adj2" fmla="val 50000"/>
          </a:avLst>
        </a:prstGeom>
        <a:solidFill>
          <a:schemeClr val="accent4">
            <a:hueOff val="5197846"/>
            <a:satOff val="-23984"/>
            <a:lumOff val="88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rot="10800000">
        <a:off x="4218361" y="3939075"/>
        <a:ext cx="199108" cy="216026"/>
      </dsp:txXfrm>
    </dsp:sp>
    <dsp:sp modelId="{F6134B7A-DED3-412D-B935-8240E377A8AE}">
      <dsp:nvSpPr>
        <dsp:cNvPr id="0" name=""/>
        <dsp:cNvSpPr/>
      </dsp:nvSpPr>
      <dsp:spPr>
        <a:xfrm>
          <a:off x="2932059" y="3513688"/>
          <a:ext cx="1066799" cy="1066799"/>
        </a:xfrm>
        <a:prstGeom prst="ellipse">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tr-TR" sz="1100" b="1" kern="1200" dirty="0">
              <a:solidFill>
                <a:schemeClr val="tx1"/>
              </a:solidFill>
            </a:rPr>
            <a:t>4. Cümle Kurma ve Bağdaşıklık</a:t>
          </a:r>
        </a:p>
      </dsp:txBody>
      <dsp:txXfrm>
        <a:off x="3088288" y="3669917"/>
        <a:ext cx="754341" cy="754341"/>
      </dsp:txXfrm>
    </dsp:sp>
    <dsp:sp modelId="{3319E705-7414-4331-A5D0-A720452F2349}">
      <dsp:nvSpPr>
        <dsp:cNvPr id="0" name=""/>
        <dsp:cNvSpPr/>
      </dsp:nvSpPr>
      <dsp:spPr>
        <a:xfrm rot="13885714">
          <a:off x="2828381" y="3246534"/>
          <a:ext cx="284440" cy="360044"/>
        </a:xfrm>
        <a:prstGeom prst="rightArrow">
          <a:avLst>
            <a:gd name="adj1" fmla="val 60000"/>
            <a:gd name="adj2" fmla="val 50000"/>
          </a:avLst>
        </a:prstGeom>
        <a:solidFill>
          <a:schemeClr val="accent4">
            <a:hueOff val="6930461"/>
            <a:satOff val="-31979"/>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rot="10800000">
        <a:off x="2897649" y="3351901"/>
        <a:ext cx="199108" cy="216026"/>
      </dsp:txXfrm>
    </dsp:sp>
    <dsp:sp modelId="{2836FCFB-81AA-4C64-BD6B-8B8BDEECA25A}">
      <dsp:nvSpPr>
        <dsp:cNvPr id="0" name=""/>
        <dsp:cNvSpPr/>
      </dsp:nvSpPr>
      <dsp:spPr>
        <a:xfrm>
          <a:off x="1932306" y="2260037"/>
          <a:ext cx="1066799" cy="1066799"/>
        </a:xfrm>
        <a:prstGeom prst="ellipse">
          <a:avLst/>
        </a:prstGeom>
        <a:solidFill>
          <a:schemeClr val="accent4">
            <a:hueOff val="8663077"/>
            <a:satOff val="-39973"/>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tr-TR" sz="1100" b="1" kern="1200" dirty="0">
              <a:solidFill>
                <a:schemeClr val="tx1"/>
              </a:solidFill>
            </a:rPr>
            <a:t>5. Akıl Yürütme ve Geçmiş Bilgiler</a:t>
          </a:r>
        </a:p>
      </dsp:txBody>
      <dsp:txXfrm>
        <a:off x="2088535" y="2416266"/>
        <a:ext cx="754341" cy="754341"/>
      </dsp:txXfrm>
    </dsp:sp>
    <dsp:sp modelId="{59FA8384-267B-4D40-A23B-FB8BB17BAC84}">
      <dsp:nvSpPr>
        <dsp:cNvPr id="0" name=""/>
        <dsp:cNvSpPr/>
      </dsp:nvSpPr>
      <dsp:spPr>
        <a:xfrm rot="16971429">
          <a:off x="2500098" y="1839624"/>
          <a:ext cx="284440" cy="360044"/>
        </a:xfrm>
        <a:prstGeom prst="rightArrow">
          <a:avLst>
            <a:gd name="adj1" fmla="val 60000"/>
            <a:gd name="adj2" fmla="val 50000"/>
          </a:avLst>
        </a:prstGeom>
        <a:solidFill>
          <a:schemeClr val="accent4">
            <a:hueOff val="8663077"/>
            <a:satOff val="-39973"/>
            <a:lumOff val="1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a:off x="2533270" y="1953229"/>
        <a:ext cx="199108" cy="216026"/>
      </dsp:txXfrm>
    </dsp:sp>
    <dsp:sp modelId="{6D55514F-4167-478D-AB94-04B0C92DFC1A}">
      <dsp:nvSpPr>
        <dsp:cNvPr id="0" name=""/>
        <dsp:cNvSpPr/>
      </dsp:nvSpPr>
      <dsp:spPr>
        <a:xfrm>
          <a:off x="2289114" y="696760"/>
          <a:ext cx="1066799" cy="1066799"/>
        </a:xfrm>
        <a:prstGeom prst="ellipse">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tr-TR" sz="1100" b="1" kern="1200" dirty="0">
              <a:solidFill>
                <a:schemeClr val="tx1"/>
              </a:solidFill>
            </a:rPr>
            <a:t>6. İşleyen Bellek ve Dikkat</a:t>
          </a:r>
        </a:p>
      </dsp:txBody>
      <dsp:txXfrm>
        <a:off x="2445343" y="852989"/>
        <a:ext cx="754341" cy="754341"/>
      </dsp:txXfrm>
    </dsp:sp>
    <dsp:sp modelId="{4ABB9345-C3B2-4FB7-8524-135A6E2E8542}">
      <dsp:nvSpPr>
        <dsp:cNvPr id="0" name=""/>
        <dsp:cNvSpPr/>
      </dsp:nvSpPr>
      <dsp:spPr>
        <a:xfrm rot="20057143">
          <a:off x="3395383" y="705768"/>
          <a:ext cx="284440" cy="360044"/>
        </a:xfrm>
        <a:prstGeom prst="rightArrow">
          <a:avLst>
            <a:gd name="adj1" fmla="val 60000"/>
            <a:gd name="adj2" fmla="val 50000"/>
          </a:avLst>
        </a:prstGeom>
        <a:solidFill>
          <a:schemeClr val="accent4">
            <a:hueOff val="10395692"/>
            <a:satOff val="-47968"/>
            <a:lumOff val="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tr-TR" sz="900" kern="1200"/>
        </a:p>
      </dsp:txBody>
      <dsp:txXfrm>
        <a:off x="3399608" y="796289"/>
        <a:ext cx="199108" cy="2160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D8022-4D17-4E94-A31A-D2751CB1E173}">
      <dsp:nvSpPr>
        <dsp:cNvPr id="0" name=""/>
        <dsp:cNvSpPr/>
      </dsp:nvSpPr>
      <dsp:spPr>
        <a:xfrm>
          <a:off x="1731572" y="457868"/>
          <a:ext cx="4145042" cy="3052246"/>
        </a:xfrm>
        <a:prstGeom prst="blockArc">
          <a:avLst>
            <a:gd name="adj1" fmla="val 9000000"/>
            <a:gd name="adj2" fmla="val 16200000"/>
            <a:gd name="adj3" fmla="val 4636"/>
          </a:avLst>
        </a:prstGeom>
        <a:solidFill>
          <a:schemeClr val="accent5">
            <a:hueOff val="-7353344"/>
            <a:satOff val="-10228"/>
            <a:lumOff val="-3922"/>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7A38EF4-794B-4257-8341-B15EAC1905B9}">
      <dsp:nvSpPr>
        <dsp:cNvPr id="0" name=""/>
        <dsp:cNvSpPr/>
      </dsp:nvSpPr>
      <dsp:spPr>
        <a:xfrm>
          <a:off x="2277970" y="457868"/>
          <a:ext cx="3052246" cy="3052246"/>
        </a:xfrm>
        <a:prstGeom prst="blockArc">
          <a:avLst>
            <a:gd name="adj1" fmla="val 1800000"/>
            <a:gd name="adj2" fmla="val 9000000"/>
            <a:gd name="adj3" fmla="val 4636"/>
          </a:avLst>
        </a:prstGeom>
        <a:solidFill>
          <a:schemeClr val="accent5">
            <a:hueOff val="-3676672"/>
            <a:satOff val="-5114"/>
            <a:lumOff val="-1961"/>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66D4CFBD-C1D2-46E6-BFBA-8A5C4E234202}">
      <dsp:nvSpPr>
        <dsp:cNvPr id="0" name=""/>
        <dsp:cNvSpPr/>
      </dsp:nvSpPr>
      <dsp:spPr>
        <a:xfrm>
          <a:off x="1599501" y="457868"/>
          <a:ext cx="4409184" cy="3052246"/>
        </a:xfrm>
        <a:prstGeom prst="blockArc">
          <a:avLst>
            <a:gd name="adj1" fmla="val 16200000"/>
            <a:gd name="adj2" fmla="val 1800000"/>
            <a:gd name="adj3" fmla="val 4636"/>
          </a:avLst>
        </a:prstGeom>
        <a:solidFill>
          <a:schemeClr val="accent5">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1D36E426-6457-42F2-8D85-C31F0CBC038B}">
      <dsp:nvSpPr>
        <dsp:cNvPr id="0" name=""/>
        <dsp:cNvSpPr/>
      </dsp:nvSpPr>
      <dsp:spPr>
        <a:xfrm>
          <a:off x="3122547" y="1170335"/>
          <a:ext cx="1403760" cy="1403760"/>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tr-TR" sz="2200" b="1" kern="1200" dirty="0">
              <a:solidFill>
                <a:sysClr val="windowText" lastClr="000000"/>
              </a:solidFill>
            </a:rPr>
            <a:t>AKICI OKUMA</a:t>
          </a:r>
        </a:p>
      </dsp:txBody>
      <dsp:txXfrm>
        <a:off x="3328123" y="1375911"/>
        <a:ext cx="992608" cy="992608"/>
      </dsp:txXfrm>
    </dsp:sp>
    <dsp:sp modelId="{152CFB4F-653F-4A68-AC46-8DAD818A50F7}">
      <dsp:nvSpPr>
        <dsp:cNvPr id="0" name=""/>
        <dsp:cNvSpPr/>
      </dsp:nvSpPr>
      <dsp:spPr>
        <a:xfrm>
          <a:off x="2868490" y="1926"/>
          <a:ext cx="1871206" cy="982632"/>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tr-TR" sz="1600" b="1" kern="1200" dirty="0">
              <a:solidFill>
                <a:sysClr val="windowText" lastClr="000000"/>
              </a:solidFill>
            </a:rPr>
            <a:t>DOĞRULUK</a:t>
          </a:r>
        </a:p>
      </dsp:txBody>
      <dsp:txXfrm>
        <a:off x="3142522" y="145829"/>
        <a:ext cx="1323142" cy="694826"/>
      </dsp:txXfrm>
    </dsp:sp>
    <dsp:sp modelId="{C2CCAF5D-8D2B-413C-9B9E-437DEABEFFA7}">
      <dsp:nvSpPr>
        <dsp:cNvPr id="0" name=""/>
        <dsp:cNvSpPr/>
      </dsp:nvSpPr>
      <dsp:spPr>
        <a:xfrm>
          <a:off x="4449918" y="2238050"/>
          <a:ext cx="1290402" cy="982632"/>
        </a:xfrm>
        <a:prstGeom prst="ellipse">
          <a:avLst/>
        </a:prstGeom>
        <a:solidFill>
          <a:schemeClr val="accent5">
            <a:hueOff val="-3676672"/>
            <a:satOff val="-5114"/>
            <a:lumOff val="-196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tr-TR" sz="1800" b="1" kern="1200" dirty="0">
              <a:solidFill>
                <a:sysClr val="windowText" lastClr="000000"/>
              </a:solidFill>
            </a:rPr>
            <a:t>HIZ</a:t>
          </a:r>
        </a:p>
      </dsp:txBody>
      <dsp:txXfrm>
        <a:off x="4638893" y="2381953"/>
        <a:ext cx="912452" cy="694826"/>
      </dsp:txXfrm>
    </dsp:sp>
    <dsp:sp modelId="{8241FE3B-7B10-4621-81AB-0E6F29CF3401}">
      <dsp:nvSpPr>
        <dsp:cNvPr id="0" name=""/>
        <dsp:cNvSpPr/>
      </dsp:nvSpPr>
      <dsp:spPr>
        <a:xfrm>
          <a:off x="1765947" y="2238050"/>
          <a:ext cx="1494239" cy="982632"/>
        </a:xfrm>
        <a:prstGeom prst="ellipse">
          <a:avLst/>
        </a:prstGeom>
        <a:solidFill>
          <a:schemeClr val="accent5">
            <a:hueOff val="-7353344"/>
            <a:satOff val="-10228"/>
            <a:lumOff val="-392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tr-TR" sz="1600" b="1" kern="1200" dirty="0">
              <a:solidFill>
                <a:sysClr val="windowText" lastClr="000000"/>
              </a:solidFill>
            </a:rPr>
            <a:t>PROZODİ</a:t>
          </a:r>
        </a:p>
      </dsp:txBody>
      <dsp:txXfrm>
        <a:off x="1984773" y="2381953"/>
        <a:ext cx="1056587" cy="6948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3E525-D6A2-4334-90C7-376517DF72E4}">
      <dsp:nvSpPr>
        <dsp:cNvPr id="0" name=""/>
        <dsp:cNvSpPr/>
      </dsp:nvSpPr>
      <dsp:spPr>
        <a:xfrm>
          <a:off x="2258704" y="0"/>
          <a:ext cx="2975212" cy="2975212"/>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tr-TR" sz="1200" b="1" kern="1200"/>
            <a:t>ses bilgisi</a:t>
          </a:r>
        </a:p>
      </dsp:txBody>
      <dsp:txXfrm>
        <a:off x="3330375" y="148760"/>
        <a:ext cx="831869" cy="446281"/>
      </dsp:txXfrm>
    </dsp:sp>
    <dsp:sp modelId="{3C421CCE-DAE3-4AEB-B8C1-EB749B865C80}">
      <dsp:nvSpPr>
        <dsp:cNvPr id="0" name=""/>
        <dsp:cNvSpPr/>
      </dsp:nvSpPr>
      <dsp:spPr>
        <a:xfrm>
          <a:off x="2556225" y="595042"/>
          <a:ext cx="2380169" cy="2380169"/>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tr-TR" sz="1200" b="1" kern="1200"/>
            <a:t>ezgi</a:t>
          </a:r>
        </a:p>
      </dsp:txBody>
      <dsp:txXfrm>
        <a:off x="3330375" y="737852"/>
        <a:ext cx="831869" cy="428430"/>
      </dsp:txXfrm>
    </dsp:sp>
    <dsp:sp modelId="{A46BB45E-F4D0-4E31-9EFC-53D018EEF2B2}">
      <dsp:nvSpPr>
        <dsp:cNvPr id="0" name=""/>
        <dsp:cNvSpPr/>
      </dsp:nvSpPr>
      <dsp:spPr>
        <a:xfrm>
          <a:off x="2853746" y="1190084"/>
          <a:ext cx="1785127" cy="1785127"/>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tr-TR" sz="1200" b="1" kern="1200"/>
            <a:t>durak</a:t>
          </a:r>
        </a:p>
      </dsp:txBody>
      <dsp:txXfrm>
        <a:off x="3330375" y="1323969"/>
        <a:ext cx="831869" cy="401653"/>
      </dsp:txXfrm>
    </dsp:sp>
    <dsp:sp modelId="{3DC7274A-2A0E-4F23-A05C-17D82AE34CAA}">
      <dsp:nvSpPr>
        <dsp:cNvPr id="0" name=""/>
        <dsp:cNvSpPr/>
      </dsp:nvSpPr>
      <dsp:spPr>
        <a:xfrm>
          <a:off x="3151268" y="1785127"/>
          <a:ext cx="1190084" cy="1190084"/>
        </a:xfrm>
        <a:prstGeom prst="ellips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tr-TR" sz="1200" b="1" kern="1200"/>
            <a:t>vurgu</a:t>
          </a:r>
        </a:p>
      </dsp:txBody>
      <dsp:txXfrm>
        <a:off x="3325551" y="2082648"/>
        <a:ext cx="841517" cy="5950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FF6EF-CB8E-488D-B6D7-14E1DDF9442B}">
      <dsp:nvSpPr>
        <dsp:cNvPr id="0" name=""/>
        <dsp:cNvSpPr/>
      </dsp:nvSpPr>
      <dsp:spPr>
        <a:xfrm>
          <a:off x="377639" y="0"/>
          <a:ext cx="2495550" cy="2495550"/>
        </a:xfrm>
        <a:prstGeom prst="triangl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2DDBCCA-95E9-4730-85CD-56DB864C984C}">
      <dsp:nvSpPr>
        <dsp:cNvPr id="0" name=""/>
        <dsp:cNvSpPr/>
      </dsp:nvSpPr>
      <dsp:spPr>
        <a:xfrm>
          <a:off x="1608544" y="249798"/>
          <a:ext cx="1622107" cy="443545"/>
        </a:xfrm>
        <a:prstGeom prst="round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b="1" kern="1200"/>
            <a:t>cümle</a:t>
          </a:r>
        </a:p>
      </dsp:txBody>
      <dsp:txXfrm>
        <a:off x="1630196" y="271450"/>
        <a:ext cx="1578803" cy="400241"/>
      </dsp:txXfrm>
    </dsp:sp>
    <dsp:sp modelId="{3C804A5A-5E59-4339-B760-5D6D611B846B}">
      <dsp:nvSpPr>
        <dsp:cNvPr id="0" name=""/>
        <dsp:cNvSpPr/>
      </dsp:nvSpPr>
      <dsp:spPr>
        <a:xfrm>
          <a:off x="1608544" y="748786"/>
          <a:ext cx="1622107" cy="443545"/>
        </a:xfrm>
        <a:prstGeom prst="roundRect">
          <a:avLst/>
        </a:prstGeom>
        <a:solidFill>
          <a:schemeClr val="lt1">
            <a:alpha val="90000"/>
            <a:hueOff val="0"/>
            <a:satOff val="0"/>
            <a:lumOff val="0"/>
            <a:alphaOff val="0"/>
          </a:schemeClr>
        </a:solidFill>
        <a:ln w="6350" cap="flat" cmpd="sng" algn="ctr">
          <a:solidFill>
            <a:schemeClr val="accent4">
              <a:hueOff val="3465231"/>
              <a:satOff val="-15989"/>
              <a:lumOff val="588"/>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b="1" kern="1200"/>
            <a:t>kelime</a:t>
          </a:r>
        </a:p>
      </dsp:txBody>
      <dsp:txXfrm>
        <a:off x="1630196" y="770438"/>
        <a:ext cx="1578803" cy="400241"/>
      </dsp:txXfrm>
    </dsp:sp>
    <dsp:sp modelId="{59433C8A-E31C-4C0B-9F25-A967CA1B0C48}">
      <dsp:nvSpPr>
        <dsp:cNvPr id="0" name=""/>
        <dsp:cNvSpPr/>
      </dsp:nvSpPr>
      <dsp:spPr>
        <a:xfrm>
          <a:off x="1608544" y="1247774"/>
          <a:ext cx="1622107" cy="443545"/>
        </a:xfrm>
        <a:prstGeom prst="roundRect">
          <a:avLst/>
        </a:prstGeom>
        <a:solidFill>
          <a:schemeClr val="lt1">
            <a:alpha val="90000"/>
            <a:hueOff val="0"/>
            <a:satOff val="0"/>
            <a:lumOff val="0"/>
            <a:alphaOff val="0"/>
          </a:schemeClr>
        </a:solidFill>
        <a:ln w="6350" cap="flat" cmpd="sng" algn="ctr">
          <a:solidFill>
            <a:schemeClr val="accent4">
              <a:hueOff val="6930461"/>
              <a:satOff val="-31979"/>
              <a:lumOff val="1177"/>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b="1" kern="1200"/>
            <a:t>hece</a:t>
          </a:r>
        </a:p>
      </dsp:txBody>
      <dsp:txXfrm>
        <a:off x="1630196" y="1269426"/>
        <a:ext cx="1578803" cy="400241"/>
      </dsp:txXfrm>
    </dsp:sp>
    <dsp:sp modelId="{6D625D7B-51F4-454A-B571-77DB95683655}">
      <dsp:nvSpPr>
        <dsp:cNvPr id="0" name=""/>
        <dsp:cNvSpPr/>
      </dsp:nvSpPr>
      <dsp:spPr>
        <a:xfrm>
          <a:off x="1608544" y="1746763"/>
          <a:ext cx="1622107" cy="443545"/>
        </a:xfrm>
        <a:prstGeom prst="roundRect">
          <a:avLst/>
        </a:prstGeom>
        <a:solidFill>
          <a:schemeClr val="lt1">
            <a:alpha val="90000"/>
            <a:hueOff val="0"/>
            <a:satOff val="0"/>
            <a:lumOff val="0"/>
            <a:alphaOff val="0"/>
          </a:schemeClr>
        </a:solidFill>
        <a:ln w="6350" cap="flat" cmpd="sng" algn="ctr">
          <a:solidFill>
            <a:schemeClr val="accent4">
              <a:hueOff val="10395692"/>
              <a:satOff val="-47968"/>
              <a:lumOff val="1765"/>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b="1" kern="1200"/>
            <a:t>ses</a:t>
          </a:r>
        </a:p>
      </dsp:txBody>
      <dsp:txXfrm>
        <a:off x="1630196" y="1768415"/>
        <a:ext cx="1578803" cy="4002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A1154-9CD7-44B1-9BCB-01469FF8F0A5}">
      <dsp:nvSpPr>
        <dsp:cNvPr id="0" name=""/>
        <dsp:cNvSpPr/>
      </dsp:nvSpPr>
      <dsp:spPr>
        <a:xfrm>
          <a:off x="0" y="23862"/>
          <a:ext cx="2524868" cy="37440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latin typeface="Times New Roman" pitchFamily="18" charset="0"/>
              <a:cs typeface="Times New Roman" pitchFamily="18" charset="0"/>
            </a:rPr>
            <a:t>Okuma öncesi stratejileri</a:t>
          </a:r>
        </a:p>
      </dsp:txBody>
      <dsp:txXfrm>
        <a:off x="0" y="23862"/>
        <a:ext cx="2524868" cy="374400"/>
      </dsp:txXfrm>
    </dsp:sp>
    <dsp:sp modelId="{779EB2CD-133D-48CE-8C6C-95E8F9370450}">
      <dsp:nvSpPr>
        <dsp:cNvPr id="0" name=""/>
        <dsp:cNvSpPr/>
      </dsp:nvSpPr>
      <dsp:spPr>
        <a:xfrm>
          <a:off x="2589" y="399026"/>
          <a:ext cx="2524868" cy="305106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okuma amacını saptamak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metin türünü ve hızını belirlemek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metnin giriş ve sonuç bölümlerine göz atmak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bilinmeyen sözcüklere bakmak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metne dair kestirimlerde bulunmak</a:t>
          </a:r>
        </a:p>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arkadaşlarla metin üzerinde düşünmek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metnin anahtar sözcüklerini taramak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t>
          </a:r>
        </a:p>
      </dsp:txBody>
      <dsp:txXfrm>
        <a:off x="2589" y="399026"/>
        <a:ext cx="2524868" cy="3051067"/>
      </dsp:txXfrm>
    </dsp:sp>
    <dsp:sp modelId="{A7832014-47D9-4F5F-80CE-5C601B11FA64}">
      <dsp:nvSpPr>
        <dsp:cNvPr id="0" name=""/>
        <dsp:cNvSpPr/>
      </dsp:nvSpPr>
      <dsp:spPr>
        <a:xfrm>
          <a:off x="2880940" y="24626"/>
          <a:ext cx="2524868" cy="374400"/>
        </a:xfrm>
        <a:prstGeom prst="rect">
          <a:avLst/>
        </a:prstGeom>
        <a:solidFill>
          <a:schemeClr val="accent4">
            <a:hueOff val="5197846"/>
            <a:satOff val="-23984"/>
            <a:lumOff val="883"/>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latin typeface="Times New Roman" pitchFamily="18" charset="0"/>
              <a:cs typeface="Times New Roman" pitchFamily="18" charset="0"/>
            </a:rPr>
            <a:t>Okuma anı stratejileri</a:t>
          </a:r>
        </a:p>
      </dsp:txBody>
      <dsp:txXfrm>
        <a:off x="2880940" y="24626"/>
        <a:ext cx="2524868" cy="374400"/>
      </dsp:txXfrm>
    </dsp:sp>
    <dsp:sp modelId="{99EA7A12-B82A-42AB-9AB9-6F8475F7E73F}">
      <dsp:nvSpPr>
        <dsp:cNvPr id="0" name=""/>
        <dsp:cNvSpPr/>
      </dsp:nvSpPr>
      <dsp:spPr>
        <a:xfrm>
          <a:off x="2880940" y="399026"/>
          <a:ext cx="2524868" cy="3051067"/>
        </a:xfrm>
        <a:prstGeom prst="rect">
          <a:avLst/>
        </a:prstGeom>
        <a:solidFill>
          <a:schemeClr val="accent4">
            <a:tint val="40000"/>
            <a:alpha val="90000"/>
            <a:hueOff val="5756959"/>
            <a:satOff val="-30630"/>
            <a:lumOff val="-1745"/>
            <a:alphaOff val="0"/>
          </a:schemeClr>
        </a:solidFill>
        <a:ln w="12700" cap="flat" cmpd="sng" algn="ctr">
          <a:solidFill>
            <a:schemeClr val="accent4">
              <a:tint val="40000"/>
              <a:alpha val="90000"/>
              <a:hueOff val="5756959"/>
              <a:satOff val="-30630"/>
              <a:lumOff val="-17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amaca uygun bir hızda okumaj</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sözcük ve metin düzeyinde çıkarımda bulunmak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başlık, diyagram ya da çizimlerden yararlanarak metnin  iletisini tahmin etmek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not almak</a:t>
          </a:r>
        </a:p>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geri dönüşler yapmak</a:t>
          </a:r>
        </a:p>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önemli bilgileri takip etmek için dikkatini toplamak</a:t>
          </a:r>
        </a:p>
        <a:p>
          <a:pPr marL="114300" lvl="1" indent="-114300" algn="l" defTabSz="622300">
            <a:lnSpc>
              <a:spcPct val="90000"/>
            </a:lnSpc>
            <a:spcBef>
              <a:spcPct val="0"/>
            </a:spcBef>
            <a:spcAft>
              <a:spcPct val="15000"/>
            </a:spcAft>
            <a:buChar char="•"/>
          </a:pPr>
          <a:r>
            <a:rPr lang="tr-TR" sz="1400" kern="1200">
              <a:latin typeface="Times New Roman" pitchFamily="18" charset="0"/>
              <a:cs typeface="Times New Roman" pitchFamily="18" charset="0"/>
            </a:rPr>
            <a:t>anahtar kelimelerin altını çizmek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t>
          </a:r>
        </a:p>
      </dsp:txBody>
      <dsp:txXfrm>
        <a:off x="2880940" y="399026"/>
        <a:ext cx="2524868" cy="3051067"/>
      </dsp:txXfrm>
    </dsp:sp>
    <dsp:sp modelId="{9D7FBFE8-A44A-4FAC-A82C-A901D4511D76}">
      <dsp:nvSpPr>
        <dsp:cNvPr id="0" name=""/>
        <dsp:cNvSpPr/>
      </dsp:nvSpPr>
      <dsp:spPr>
        <a:xfrm>
          <a:off x="5759290" y="24626"/>
          <a:ext cx="2524868" cy="374400"/>
        </a:xfrm>
        <a:prstGeom prst="rect">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latin typeface="Times New Roman" pitchFamily="18" charset="0"/>
              <a:cs typeface="Times New Roman" pitchFamily="18" charset="0"/>
            </a:rPr>
            <a:t>Okuma sonrası stratejileri</a:t>
          </a:r>
        </a:p>
      </dsp:txBody>
      <dsp:txXfrm>
        <a:off x="5759290" y="24626"/>
        <a:ext cx="2524868" cy="374400"/>
      </dsp:txXfrm>
    </dsp:sp>
    <dsp:sp modelId="{7FA8EF07-752B-470A-A2DD-258EAB033B29}">
      <dsp:nvSpPr>
        <dsp:cNvPr id="0" name=""/>
        <dsp:cNvSpPr/>
      </dsp:nvSpPr>
      <dsp:spPr>
        <a:xfrm>
          <a:off x="5759290" y="399026"/>
          <a:ext cx="2524868" cy="3051067"/>
        </a:xfrm>
        <a:prstGeom prst="rect">
          <a:avLst/>
        </a:prstGeom>
        <a:solidFill>
          <a:schemeClr val="accent4">
            <a:tint val="40000"/>
            <a:alpha val="90000"/>
            <a:hueOff val="11513918"/>
            <a:satOff val="-61261"/>
            <a:lumOff val="-3490"/>
            <a:alphaOff val="0"/>
          </a:schemeClr>
        </a:solidFill>
        <a:ln w="12700" cap="flat" cmpd="sng" algn="ctr">
          <a:solidFill>
            <a:schemeClr val="accent4">
              <a:tint val="40000"/>
              <a:alpha val="90000"/>
              <a:hueOff val="11513918"/>
              <a:satOff val="-61261"/>
              <a:lumOff val="-3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okuma öncesi öngörüleri gözden geçirmek ve sonuç çıkarmak</a:t>
          </a:r>
        </a:p>
        <a:p>
          <a:pPr marL="114300" lvl="1" indent="-114300" algn="just"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ana düşünceyi bulmak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metni özetlemek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metne dair kavram haritası çıkarmak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anlamsal harita çıkarmak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okuma anında tutulan notları ve işaretlemeleri değerlendirmek</a:t>
          </a:r>
        </a:p>
        <a:p>
          <a:pPr marL="114300" lvl="1" indent="-114300" algn="l" defTabSz="622300">
            <a:lnSpc>
              <a:spcPct val="90000"/>
            </a:lnSpc>
            <a:spcBef>
              <a:spcPct val="0"/>
            </a:spcBef>
            <a:spcAft>
              <a:spcPct val="15000"/>
            </a:spcAft>
            <a:buChar char="•"/>
          </a:pPr>
          <a:r>
            <a:rPr lang="tr-TR" sz="1400" kern="1200" dirty="0">
              <a:latin typeface="Times New Roman" pitchFamily="18" charset="0"/>
              <a:cs typeface="Times New Roman" pitchFamily="18" charset="0"/>
            </a:rPr>
            <a:t>metni eleştirme ve metin hakkında değerlendirmeler yapmak</a:t>
          </a:r>
        </a:p>
        <a:p>
          <a:pPr marL="114300" lvl="1" indent="-114300" algn="l" defTabSz="533400">
            <a:lnSpc>
              <a:spcPct val="90000"/>
            </a:lnSpc>
            <a:spcBef>
              <a:spcPct val="0"/>
            </a:spcBef>
            <a:spcAft>
              <a:spcPct val="15000"/>
            </a:spcAft>
            <a:buChar char="•"/>
          </a:pPr>
          <a:r>
            <a:rPr lang="tr-TR" sz="1200" kern="1200" dirty="0"/>
            <a:t>... </a:t>
          </a:r>
        </a:p>
      </dsp:txBody>
      <dsp:txXfrm>
        <a:off x="5759290" y="399026"/>
        <a:ext cx="2524868" cy="305106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76E9C-BCA7-4A26-A509-E2299FF5687F}">
      <dsp:nvSpPr>
        <dsp:cNvPr id="0" name=""/>
        <dsp:cNvSpPr/>
      </dsp:nvSpPr>
      <dsp:spPr>
        <a:xfrm>
          <a:off x="2890" y="56898"/>
          <a:ext cx="1737759" cy="474619"/>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tr-TR" sz="1300" b="1" kern="1200" dirty="0">
              <a:solidFill>
                <a:schemeClr val="tx1"/>
              </a:solidFill>
            </a:rPr>
            <a:t>Metin Türü Temelli Okuma Türleri  </a:t>
          </a:r>
        </a:p>
      </dsp:txBody>
      <dsp:txXfrm>
        <a:off x="2890" y="56898"/>
        <a:ext cx="1737759" cy="474619"/>
      </dsp:txXfrm>
    </dsp:sp>
    <dsp:sp modelId="{3C8136A2-46A9-441F-8D42-5AE889B4F8B2}">
      <dsp:nvSpPr>
        <dsp:cNvPr id="0" name=""/>
        <dsp:cNvSpPr/>
      </dsp:nvSpPr>
      <dsp:spPr>
        <a:xfrm>
          <a:off x="2890" y="525259"/>
          <a:ext cx="1737759" cy="1866843"/>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tr-TR" sz="1300" kern="1200" dirty="0"/>
            <a:t>yazınsal metinleri okuma</a:t>
          </a:r>
        </a:p>
        <a:p>
          <a:pPr marL="114300" lvl="1" indent="-114300" algn="l" defTabSz="577850">
            <a:lnSpc>
              <a:spcPct val="90000"/>
            </a:lnSpc>
            <a:spcBef>
              <a:spcPct val="0"/>
            </a:spcBef>
            <a:spcAft>
              <a:spcPct val="15000"/>
            </a:spcAft>
            <a:buChar char="•"/>
          </a:pPr>
          <a:r>
            <a:rPr lang="tr-TR" sz="1300" kern="1200"/>
            <a:t>bilgilendirici metinleri okuma </a:t>
          </a:r>
        </a:p>
      </dsp:txBody>
      <dsp:txXfrm>
        <a:off x="2890" y="525259"/>
        <a:ext cx="1737759" cy="1866843"/>
      </dsp:txXfrm>
    </dsp:sp>
    <dsp:sp modelId="{9E33A24C-DF3F-4E35-897D-83D307FD564A}">
      <dsp:nvSpPr>
        <dsp:cNvPr id="0" name=""/>
        <dsp:cNvSpPr/>
      </dsp:nvSpPr>
      <dsp:spPr>
        <a:xfrm>
          <a:off x="1983935" y="60027"/>
          <a:ext cx="1737759" cy="474619"/>
        </a:xfrm>
        <a:prstGeom prst="rect">
          <a:avLst/>
        </a:prstGeom>
        <a:solidFill>
          <a:schemeClr val="accent4">
            <a:hueOff val="3465231"/>
            <a:satOff val="-15989"/>
            <a:lumOff val="588"/>
            <a:alphaOff val="0"/>
          </a:schemeClr>
        </a:solidFill>
        <a:ln w="12700" cap="flat" cmpd="sng" algn="ctr">
          <a:solidFill>
            <a:schemeClr val="accent4">
              <a:hueOff val="3465231"/>
              <a:satOff val="-15989"/>
              <a:lumOff val="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tr-TR" sz="1300" b="1" kern="1200" dirty="0">
              <a:solidFill>
                <a:schemeClr val="tx1"/>
              </a:solidFill>
            </a:rPr>
            <a:t>İşitsel Temelli Okuma Türleri </a:t>
          </a:r>
        </a:p>
      </dsp:txBody>
      <dsp:txXfrm>
        <a:off x="1983935" y="60027"/>
        <a:ext cx="1737759" cy="474619"/>
      </dsp:txXfrm>
    </dsp:sp>
    <dsp:sp modelId="{E869811E-62F1-4CEE-B20A-06BEDFCF3052}">
      <dsp:nvSpPr>
        <dsp:cNvPr id="0" name=""/>
        <dsp:cNvSpPr/>
      </dsp:nvSpPr>
      <dsp:spPr>
        <a:xfrm>
          <a:off x="1983935" y="534647"/>
          <a:ext cx="1737759" cy="1854327"/>
        </a:xfrm>
        <a:prstGeom prst="rect">
          <a:avLst/>
        </a:prstGeom>
        <a:solidFill>
          <a:schemeClr val="accent4">
            <a:tint val="40000"/>
            <a:alpha val="90000"/>
            <a:hueOff val="3837973"/>
            <a:satOff val="-20420"/>
            <a:lumOff val="-1163"/>
            <a:alphaOff val="0"/>
          </a:schemeClr>
        </a:solidFill>
        <a:ln w="12700" cap="flat" cmpd="sng" algn="ctr">
          <a:solidFill>
            <a:schemeClr val="accent4">
              <a:tint val="40000"/>
              <a:alpha val="90000"/>
              <a:hueOff val="3837973"/>
              <a:satOff val="-20420"/>
              <a:lumOff val="-11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tr-TR" sz="1300" kern="1200"/>
            <a:t>sesli okuma</a:t>
          </a:r>
        </a:p>
        <a:p>
          <a:pPr marL="114300" lvl="1" indent="-114300" algn="l" defTabSz="577850">
            <a:lnSpc>
              <a:spcPct val="90000"/>
            </a:lnSpc>
            <a:spcBef>
              <a:spcPct val="0"/>
            </a:spcBef>
            <a:spcAft>
              <a:spcPct val="15000"/>
            </a:spcAft>
            <a:buChar char="•"/>
          </a:pPr>
          <a:r>
            <a:rPr lang="tr-TR" sz="1300" kern="1200"/>
            <a:t>sessiz okuma </a:t>
          </a:r>
        </a:p>
      </dsp:txBody>
      <dsp:txXfrm>
        <a:off x="1983935" y="534647"/>
        <a:ext cx="1737759" cy="1854327"/>
      </dsp:txXfrm>
    </dsp:sp>
    <dsp:sp modelId="{E392E11B-FC7F-4250-B8CF-D11434417E4B}">
      <dsp:nvSpPr>
        <dsp:cNvPr id="0" name=""/>
        <dsp:cNvSpPr/>
      </dsp:nvSpPr>
      <dsp:spPr>
        <a:xfrm>
          <a:off x="3964980" y="60027"/>
          <a:ext cx="1737759" cy="474619"/>
        </a:xfrm>
        <a:prstGeom prst="rect">
          <a:avLst/>
        </a:prstGeom>
        <a:solidFill>
          <a:schemeClr val="accent4">
            <a:hueOff val="6930461"/>
            <a:satOff val="-31979"/>
            <a:lumOff val="1177"/>
            <a:alphaOff val="0"/>
          </a:schemeClr>
        </a:solidFill>
        <a:ln w="12700" cap="flat" cmpd="sng" algn="ctr">
          <a:solidFill>
            <a:schemeClr val="accent4">
              <a:hueOff val="6930461"/>
              <a:satOff val="-31979"/>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tr-TR" sz="1300" b="1" kern="1200" dirty="0">
              <a:solidFill>
                <a:schemeClr val="tx1"/>
              </a:solidFill>
            </a:rPr>
            <a:t>Kişisel Okuma Türleri </a:t>
          </a:r>
        </a:p>
      </dsp:txBody>
      <dsp:txXfrm>
        <a:off x="3964980" y="60027"/>
        <a:ext cx="1737759" cy="474619"/>
      </dsp:txXfrm>
    </dsp:sp>
    <dsp:sp modelId="{00C7E365-46C8-4A23-818F-9C1168FDD834}">
      <dsp:nvSpPr>
        <dsp:cNvPr id="0" name=""/>
        <dsp:cNvSpPr/>
      </dsp:nvSpPr>
      <dsp:spPr>
        <a:xfrm>
          <a:off x="3964980" y="534647"/>
          <a:ext cx="1737759" cy="1854327"/>
        </a:xfrm>
        <a:prstGeom prst="rect">
          <a:avLst/>
        </a:prstGeom>
        <a:solidFill>
          <a:schemeClr val="accent4">
            <a:tint val="40000"/>
            <a:alpha val="90000"/>
            <a:hueOff val="7675946"/>
            <a:satOff val="-40841"/>
            <a:lumOff val="-2327"/>
            <a:alphaOff val="0"/>
          </a:schemeClr>
        </a:solidFill>
        <a:ln w="12700" cap="flat" cmpd="sng" algn="ctr">
          <a:solidFill>
            <a:schemeClr val="accent4">
              <a:tint val="40000"/>
              <a:alpha val="90000"/>
              <a:hueOff val="7675946"/>
              <a:satOff val="-40841"/>
              <a:lumOff val="-23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tr-TR" sz="1300" kern="1200"/>
            <a:t>akademik okuma</a:t>
          </a:r>
        </a:p>
        <a:p>
          <a:pPr marL="114300" lvl="1" indent="-114300" algn="l" defTabSz="577850">
            <a:lnSpc>
              <a:spcPct val="90000"/>
            </a:lnSpc>
            <a:spcBef>
              <a:spcPct val="0"/>
            </a:spcBef>
            <a:spcAft>
              <a:spcPct val="15000"/>
            </a:spcAft>
            <a:buChar char="•"/>
          </a:pPr>
          <a:r>
            <a:rPr lang="tr-TR" sz="1300" kern="1200"/>
            <a:t>iş ilişkili okuma</a:t>
          </a:r>
        </a:p>
        <a:p>
          <a:pPr marL="114300" lvl="1" indent="-114300" algn="l" defTabSz="577850">
            <a:lnSpc>
              <a:spcPct val="90000"/>
            </a:lnSpc>
            <a:spcBef>
              <a:spcPct val="0"/>
            </a:spcBef>
            <a:spcAft>
              <a:spcPct val="15000"/>
            </a:spcAft>
            <a:buChar char="•"/>
          </a:pPr>
          <a:r>
            <a:rPr lang="tr-TR" sz="1300" kern="1200"/>
            <a:t>bireysel yeğleme türü okuma</a:t>
          </a:r>
        </a:p>
      </dsp:txBody>
      <dsp:txXfrm>
        <a:off x="3964980" y="534647"/>
        <a:ext cx="1737759" cy="1854327"/>
      </dsp:txXfrm>
    </dsp:sp>
    <dsp:sp modelId="{65F9A327-98D2-4DBA-95F8-CFCF094497B8}">
      <dsp:nvSpPr>
        <dsp:cNvPr id="0" name=""/>
        <dsp:cNvSpPr/>
      </dsp:nvSpPr>
      <dsp:spPr>
        <a:xfrm>
          <a:off x="5946025" y="60027"/>
          <a:ext cx="1737759" cy="474619"/>
        </a:xfrm>
        <a:prstGeom prst="rect">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tr-TR" sz="1300" b="1" kern="1200" dirty="0">
              <a:solidFill>
                <a:schemeClr val="tx1"/>
              </a:solidFill>
            </a:rPr>
            <a:t>İçeriksel Okuma Türleri </a:t>
          </a:r>
        </a:p>
      </dsp:txBody>
      <dsp:txXfrm>
        <a:off x="5946025" y="60027"/>
        <a:ext cx="1737759" cy="474619"/>
      </dsp:txXfrm>
    </dsp:sp>
    <dsp:sp modelId="{0603DDDF-E579-4688-B79D-5ABB822F9084}">
      <dsp:nvSpPr>
        <dsp:cNvPr id="0" name=""/>
        <dsp:cNvSpPr/>
      </dsp:nvSpPr>
      <dsp:spPr>
        <a:xfrm>
          <a:off x="5946025" y="534647"/>
          <a:ext cx="1737759" cy="1854327"/>
        </a:xfrm>
        <a:prstGeom prst="rect">
          <a:avLst/>
        </a:prstGeom>
        <a:solidFill>
          <a:schemeClr val="accent4">
            <a:tint val="40000"/>
            <a:alpha val="90000"/>
            <a:hueOff val="11513918"/>
            <a:satOff val="-61261"/>
            <a:lumOff val="-3490"/>
            <a:alphaOff val="0"/>
          </a:schemeClr>
        </a:solidFill>
        <a:ln w="12700" cap="flat" cmpd="sng" algn="ctr">
          <a:solidFill>
            <a:schemeClr val="accent4">
              <a:tint val="40000"/>
              <a:alpha val="90000"/>
              <a:hueOff val="11513918"/>
              <a:satOff val="-61261"/>
              <a:lumOff val="-3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tr-TR" sz="1300" kern="1200"/>
            <a:t>gözden geçirerek okuma</a:t>
          </a:r>
        </a:p>
        <a:p>
          <a:pPr marL="114300" lvl="1" indent="-114300" algn="l" defTabSz="577850">
            <a:lnSpc>
              <a:spcPct val="90000"/>
            </a:lnSpc>
            <a:spcBef>
              <a:spcPct val="0"/>
            </a:spcBef>
            <a:spcAft>
              <a:spcPct val="15000"/>
            </a:spcAft>
            <a:buChar char="•"/>
          </a:pPr>
          <a:r>
            <a:rPr lang="tr-TR" sz="1300" kern="1200"/>
            <a:t>tarayarak okuma</a:t>
          </a:r>
        </a:p>
        <a:p>
          <a:pPr marL="114300" lvl="1" indent="-114300" algn="l" defTabSz="577850">
            <a:lnSpc>
              <a:spcPct val="90000"/>
            </a:lnSpc>
            <a:spcBef>
              <a:spcPct val="0"/>
            </a:spcBef>
            <a:spcAft>
              <a:spcPct val="15000"/>
            </a:spcAft>
            <a:buChar char="•"/>
          </a:pPr>
          <a:r>
            <a:rPr lang="tr-TR" sz="1300" kern="1200"/>
            <a:t>yoğun okuma</a:t>
          </a:r>
        </a:p>
        <a:p>
          <a:pPr marL="114300" lvl="1" indent="-114300" algn="l" defTabSz="577850">
            <a:lnSpc>
              <a:spcPct val="90000"/>
            </a:lnSpc>
            <a:spcBef>
              <a:spcPct val="0"/>
            </a:spcBef>
            <a:spcAft>
              <a:spcPct val="15000"/>
            </a:spcAft>
            <a:buChar char="•"/>
          </a:pPr>
          <a:r>
            <a:rPr lang="tr-TR" sz="1300" kern="1200"/>
            <a:t>yaygın/serbest okuma</a:t>
          </a:r>
        </a:p>
        <a:p>
          <a:pPr marL="114300" lvl="1" indent="-114300" algn="l" defTabSz="577850">
            <a:lnSpc>
              <a:spcPct val="90000"/>
            </a:lnSpc>
            <a:spcBef>
              <a:spcPct val="0"/>
            </a:spcBef>
            <a:spcAft>
              <a:spcPct val="15000"/>
            </a:spcAft>
            <a:buChar char="•"/>
          </a:pPr>
          <a:r>
            <a:rPr lang="tr-TR" sz="1300" kern="1200"/>
            <a:t>eleştirel okuma</a:t>
          </a:r>
        </a:p>
        <a:p>
          <a:pPr marL="114300" lvl="1" indent="-114300" algn="l" defTabSz="577850">
            <a:lnSpc>
              <a:spcPct val="90000"/>
            </a:lnSpc>
            <a:spcBef>
              <a:spcPct val="0"/>
            </a:spcBef>
            <a:spcAft>
              <a:spcPct val="15000"/>
            </a:spcAft>
            <a:buChar char="•"/>
          </a:pPr>
          <a:r>
            <a:rPr lang="tr-TR" sz="1300" kern="1200"/>
            <a:t>yaratıcı okuma </a:t>
          </a:r>
        </a:p>
      </dsp:txBody>
      <dsp:txXfrm>
        <a:off x="5946025" y="534647"/>
        <a:ext cx="1737759" cy="1854327"/>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2D2ED-B8F6-BC4B-8ACF-EBC392201CEB}" type="datetimeFigureOut">
              <a:rPr lang="en-US" smtClean="0"/>
              <a:pPr/>
              <a:t>1/26/2022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C9BA9-D2B0-0145-A162-8270735E99CB}" type="slidenum">
              <a:rPr lang="en-US" smtClean="0"/>
              <a:pPr/>
              <a:t>‹#›</a:t>
            </a:fld>
            <a:endParaRPr lang="en-US"/>
          </a:p>
        </p:txBody>
      </p:sp>
    </p:spTree>
    <p:extLst>
      <p:ext uri="{BB962C8B-B14F-4D97-AF65-F5344CB8AC3E}">
        <p14:creationId xmlns:p14="http://schemas.microsoft.com/office/powerpoint/2010/main" xmlns="" val="141613303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a:t>
            </a:fld>
            <a:endParaRPr lang="en-US" dirty="0"/>
          </a:p>
        </p:txBody>
      </p:sp>
    </p:spTree>
    <p:extLst>
      <p:ext uri="{BB962C8B-B14F-4D97-AF65-F5344CB8AC3E}">
        <p14:creationId xmlns:p14="http://schemas.microsoft.com/office/powerpoint/2010/main" xmlns="" val="386676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dirty="0"/>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a:t>
            </a:fld>
            <a:endParaRPr lang="en-US" dirty="0"/>
          </a:p>
        </p:txBody>
      </p:sp>
    </p:spTree>
    <p:extLst>
      <p:ext uri="{BB962C8B-B14F-4D97-AF65-F5344CB8AC3E}">
        <p14:creationId xmlns:p14="http://schemas.microsoft.com/office/powerpoint/2010/main" xmlns="" val="138559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a:t>
            </a:fld>
            <a:endParaRPr lang="en-US"/>
          </a:p>
        </p:txBody>
      </p:sp>
    </p:spTree>
    <p:extLst>
      <p:ext uri="{BB962C8B-B14F-4D97-AF65-F5344CB8AC3E}">
        <p14:creationId xmlns:p14="http://schemas.microsoft.com/office/powerpoint/2010/main" xmlns="" val="44218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a:t>
            </a:fld>
            <a:endParaRPr lang="en-US"/>
          </a:p>
        </p:txBody>
      </p:sp>
    </p:spTree>
    <p:extLst>
      <p:ext uri="{BB962C8B-B14F-4D97-AF65-F5344CB8AC3E}">
        <p14:creationId xmlns:p14="http://schemas.microsoft.com/office/powerpoint/2010/main" xmlns="" val="44218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D</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a:t>
            </a:fld>
            <a:endParaRPr lang="en-US"/>
          </a:p>
        </p:txBody>
      </p:sp>
    </p:spTree>
    <p:extLst>
      <p:ext uri="{BB962C8B-B14F-4D97-AF65-F5344CB8AC3E}">
        <p14:creationId xmlns:p14="http://schemas.microsoft.com/office/powerpoint/2010/main" xmlns="" val="234138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sz="900" kern="1200" dirty="0">
                <a:solidFill>
                  <a:schemeClr val="tx1"/>
                </a:solidFill>
                <a:latin typeface="+mn-lt"/>
                <a:ea typeface="+mn-ea"/>
                <a:cs typeface="+mn-cs"/>
              </a:rPr>
              <a:t>Dil, insanları diğer canlılardan ayıran en önemli ölçüttür.</a:t>
            </a:r>
          </a:p>
          <a:p>
            <a:pPr marL="0" marR="0" indent="0" algn="l" defTabSz="685800" rtl="0" eaLnBrk="1" fontAlgn="auto" latinLnBrk="0" hangingPunct="1">
              <a:lnSpc>
                <a:spcPct val="100000"/>
              </a:lnSpc>
              <a:spcBef>
                <a:spcPts val="0"/>
              </a:spcBef>
              <a:spcAft>
                <a:spcPts val="0"/>
              </a:spcAft>
              <a:buClrTx/>
              <a:buSzTx/>
              <a:buFontTx/>
              <a:buNone/>
              <a:tabLst/>
              <a:defRPr/>
            </a:pPr>
            <a:endParaRPr lang="tr-TR" sz="900" dirty="0"/>
          </a:p>
          <a:p>
            <a:pPr marL="0" marR="0" indent="0" algn="l" defTabSz="685800" rtl="0" eaLnBrk="1" fontAlgn="auto" latinLnBrk="0" hangingPunct="1">
              <a:lnSpc>
                <a:spcPct val="100000"/>
              </a:lnSpc>
              <a:spcBef>
                <a:spcPts val="0"/>
              </a:spcBef>
              <a:spcAft>
                <a:spcPts val="0"/>
              </a:spcAft>
              <a:buClrTx/>
              <a:buSzTx/>
              <a:buFontTx/>
              <a:buNone/>
              <a:tabLst/>
              <a:defRPr/>
            </a:pPr>
            <a:r>
              <a:rPr lang="tr-TR" sz="900" dirty="0"/>
              <a:t>Kültür ise insanların genetik mirasının bir parçası olmayan her şeyi kapsar. </a:t>
            </a:r>
          </a:p>
          <a:p>
            <a:pPr marL="0" marR="0" indent="0" algn="l" defTabSz="685800" rtl="0" eaLnBrk="1" fontAlgn="auto" latinLnBrk="0" hangingPunct="1">
              <a:lnSpc>
                <a:spcPct val="100000"/>
              </a:lnSpc>
              <a:spcBef>
                <a:spcPts val="0"/>
              </a:spcBef>
              <a:spcAft>
                <a:spcPts val="0"/>
              </a:spcAft>
              <a:buClrTx/>
              <a:buSzTx/>
              <a:buFontTx/>
              <a:buNone/>
              <a:tabLst/>
              <a:defRPr/>
            </a:pPr>
            <a:endParaRPr lang="tr-TR" sz="900" dirty="0"/>
          </a:p>
          <a:p>
            <a:pPr marL="0" marR="0" indent="0" algn="l" defTabSz="685800" rtl="0" eaLnBrk="1" fontAlgn="auto" latinLnBrk="0" hangingPunct="1">
              <a:lnSpc>
                <a:spcPct val="100000"/>
              </a:lnSpc>
              <a:spcBef>
                <a:spcPts val="0"/>
              </a:spcBef>
              <a:spcAft>
                <a:spcPts val="0"/>
              </a:spcAft>
              <a:buClrTx/>
              <a:buSzTx/>
              <a:buFontTx/>
              <a:buNone/>
              <a:tabLst/>
              <a:defRPr/>
            </a:pPr>
            <a:r>
              <a:rPr lang="tr-TR" dirty="0"/>
              <a:t>Bu ünitede dil hakkında genel kültürün bir parçası olarak bilgi verilecek  ve kültürün dile nasıl yansıdığı kısaca anlatılacaktır. </a:t>
            </a:r>
          </a:p>
          <a:p>
            <a:pPr marL="0" marR="0" indent="0" algn="l" defTabSz="685800" rtl="0" eaLnBrk="1" fontAlgn="auto" latinLnBrk="0" hangingPunct="1">
              <a:lnSpc>
                <a:spcPct val="100000"/>
              </a:lnSpc>
              <a:spcBef>
                <a:spcPts val="0"/>
              </a:spcBef>
              <a:spcAft>
                <a:spcPts val="0"/>
              </a:spcAft>
              <a:buClrTx/>
              <a:buSzTx/>
              <a:buFontTx/>
              <a:buNone/>
              <a:tabLst/>
              <a:defRPr/>
            </a:pPr>
            <a:endParaRPr lang="tr-TR" dirty="0"/>
          </a:p>
          <a:p>
            <a:pPr marL="0" marR="0" indent="0" algn="l" defTabSz="685800" rtl="0" eaLnBrk="1" fontAlgn="auto" latinLnBrk="0" hangingPunct="1">
              <a:lnSpc>
                <a:spcPct val="100000"/>
              </a:lnSpc>
              <a:spcBef>
                <a:spcPts val="0"/>
              </a:spcBef>
              <a:spcAft>
                <a:spcPts val="0"/>
              </a:spcAft>
              <a:buClrTx/>
              <a:buSzTx/>
              <a:buFontTx/>
              <a:buNone/>
              <a:tabLst/>
              <a:defRPr/>
            </a:pPr>
            <a:r>
              <a:rPr lang="tr-TR" dirty="0"/>
              <a:t>Burada amacımız üniversite öğrencisinin çevresindeki dil durumunu </a:t>
            </a:r>
            <a:r>
              <a:rPr lang="tr-TR" dirty="0" err="1"/>
              <a:t>sloganvari</a:t>
            </a:r>
            <a:r>
              <a:rPr lang="tr-TR" dirty="0"/>
              <a:t> yaklaşımlardan uzak bir biçimde kavramasına yardımcı olmaktır. </a:t>
            </a:r>
          </a:p>
          <a:p>
            <a:pPr marL="0" marR="0" indent="0" algn="l" defTabSz="685800" rtl="0" eaLnBrk="1" fontAlgn="auto" latinLnBrk="0" hangingPunct="1">
              <a:lnSpc>
                <a:spcPct val="100000"/>
              </a:lnSpc>
              <a:spcBef>
                <a:spcPts val="0"/>
              </a:spcBef>
              <a:spcAft>
                <a:spcPts val="0"/>
              </a:spcAft>
              <a:buClrTx/>
              <a:buSzTx/>
              <a:buFontTx/>
              <a:buNone/>
              <a:tabLst/>
              <a:defRPr/>
            </a:pPr>
            <a:endParaRPr lang="tr-TR" sz="900" dirty="0"/>
          </a:p>
          <a:p>
            <a:endParaRPr lang="tr-TR" sz="900" kern="1200" dirty="0">
              <a:solidFill>
                <a:schemeClr val="tx1"/>
              </a:solidFill>
              <a:latin typeface="+mn-lt"/>
              <a:ea typeface="+mn-ea"/>
              <a:cs typeface="+mn-cs"/>
            </a:endParaRPr>
          </a:p>
          <a:p>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6</a:t>
            </a:fld>
            <a:endParaRPr lang="en-US"/>
          </a:p>
        </p:txBody>
      </p:sp>
    </p:spTree>
    <p:extLst>
      <p:ext uri="{BB962C8B-B14F-4D97-AF65-F5344CB8AC3E}">
        <p14:creationId xmlns:p14="http://schemas.microsoft.com/office/powerpoint/2010/main" xmlns="" val="182288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7</a:t>
            </a:fld>
            <a:endParaRPr lang="en-US"/>
          </a:p>
        </p:txBody>
      </p:sp>
    </p:spTree>
    <p:extLst>
      <p:ext uri="{BB962C8B-B14F-4D97-AF65-F5344CB8AC3E}">
        <p14:creationId xmlns:p14="http://schemas.microsoft.com/office/powerpoint/2010/main" xmlns="" val="1026859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Varyant</a:t>
            </a:r>
            <a:r>
              <a:rPr lang="tr-TR" baseline="0" dirty="0"/>
              <a:t> nedir?</a:t>
            </a:r>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9</a:t>
            </a:fld>
            <a:endParaRPr lang="en-US"/>
          </a:p>
        </p:txBody>
      </p:sp>
    </p:spTree>
    <p:extLst>
      <p:ext uri="{BB962C8B-B14F-4D97-AF65-F5344CB8AC3E}">
        <p14:creationId xmlns:p14="http://schemas.microsoft.com/office/powerpoint/2010/main" xmlns="" val="919079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10</a:t>
            </a:fld>
            <a:endParaRPr lang="en-US"/>
          </a:p>
        </p:txBody>
      </p:sp>
    </p:spTree>
    <p:extLst>
      <p:ext uri="{BB962C8B-B14F-4D97-AF65-F5344CB8AC3E}">
        <p14:creationId xmlns:p14="http://schemas.microsoft.com/office/powerpoint/2010/main" xmlns="" val="1424664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11</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12</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13</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14</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400"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15</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16</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17</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19</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20</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21</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z="9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F0C9BA9-D2B0-0145-A162-8270735E99CB}" type="slidenum">
              <a:rPr lang="en-US" smtClean="0"/>
              <a:pPr/>
              <a:t>22</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tr-TR"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23</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spcBef>
                <a:spcPts val="0"/>
              </a:spcBef>
              <a:spcAft>
                <a:spcPts val="0"/>
              </a:spcAft>
              <a:defRPr/>
            </a:pPr>
            <a:endParaRPr lang="en-US" sz="900" dirty="0">
              <a:latin typeface="+mn-lt"/>
              <a:cs typeface="+mn-cs"/>
            </a:endParaRPr>
          </a:p>
        </p:txBody>
      </p:sp>
      <p:sp>
        <p:nvSpPr>
          <p:cNvPr id="4" name="Slide Number Placeholder 3"/>
          <p:cNvSpPr>
            <a:spLocks noGrp="1"/>
          </p:cNvSpPr>
          <p:nvPr>
            <p:ph type="sldNum" sz="quarter" idx="10"/>
          </p:nvPr>
        </p:nvSpPr>
        <p:spPr/>
        <p:txBody>
          <a:bodyPr/>
          <a:lstStyle/>
          <a:p>
            <a:fld id="{8F0C9BA9-D2B0-0145-A162-8270735E99CB}" type="slidenum">
              <a:rPr lang="en-US" smtClean="0"/>
              <a:pPr/>
              <a:t>24</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25</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KÜLTÜR </a:t>
            </a:r>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26</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27</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29</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30</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31</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aseline="0" dirty="0"/>
              <a:t>Siz mi sen mi?</a:t>
            </a:r>
          </a:p>
          <a:p>
            <a:endParaRPr lang="tr-TR" baseline="0" dirty="0"/>
          </a:p>
          <a:p>
            <a:r>
              <a:rPr lang="tr-TR" baseline="0" dirty="0"/>
              <a:t>Buyurunuz!</a:t>
            </a:r>
          </a:p>
          <a:p>
            <a:endParaRPr lang="tr-TR" baseline="0" dirty="0"/>
          </a:p>
          <a:p>
            <a:r>
              <a:rPr lang="tr-TR" sz="900" i="1" kern="1200" dirty="0">
                <a:solidFill>
                  <a:schemeClr val="tx1"/>
                </a:solidFill>
                <a:latin typeface="+mn-lt"/>
                <a:ea typeface="+mn-ea"/>
                <a:cs typeface="+mn-cs"/>
              </a:rPr>
              <a:t>Sayın Rektörümüz geliyorlar.</a:t>
            </a:r>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aseline="0" dirty="0"/>
              <a:t>Siz mi sen mi?</a:t>
            </a:r>
          </a:p>
          <a:p>
            <a:endParaRPr lang="tr-TR" baseline="0" dirty="0"/>
          </a:p>
          <a:p>
            <a:r>
              <a:rPr lang="tr-TR" baseline="0" dirty="0"/>
              <a:t>Buyurunuz!</a:t>
            </a:r>
          </a:p>
          <a:p>
            <a:endParaRPr lang="tr-TR" baseline="0" dirty="0"/>
          </a:p>
          <a:p>
            <a:r>
              <a:rPr lang="tr-TR" sz="900" i="1" kern="1200" dirty="0">
                <a:solidFill>
                  <a:schemeClr val="tx1"/>
                </a:solidFill>
                <a:latin typeface="+mn-lt"/>
                <a:ea typeface="+mn-ea"/>
                <a:cs typeface="+mn-cs"/>
              </a:rPr>
              <a:t>Sayın Rektörümüz geliyorlar.</a:t>
            </a:r>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aseline="0" dirty="0"/>
              <a:t>Siz mi sen mi?</a:t>
            </a:r>
          </a:p>
          <a:p>
            <a:endParaRPr lang="tr-TR" baseline="0" dirty="0"/>
          </a:p>
          <a:p>
            <a:r>
              <a:rPr lang="tr-TR" baseline="0" dirty="0"/>
              <a:t>Buyurunuz!</a:t>
            </a:r>
          </a:p>
          <a:p>
            <a:endParaRPr lang="tr-TR" baseline="0" dirty="0"/>
          </a:p>
          <a:p>
            <a:r>
              <a:rPr lang="tr-TR" sz="900" i="1" kern="1200" dirty="0">
                <a:solidFill>
                  <a:schemeClr val="tx1"/>
                </a:solidFill>
                <a:latin typeface="+mn-lt"/>
                <a:ea typeface="+mn-ea"/>
                <a:cs typeface="+mn-cs"/>
              </a:rPr>
              <a:t>Sayın Rektörümüz geliyorlar.</a:t>
            </a:r>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aseline="0" dirty="0"/>
              <a:t>Siz mi sen mi?</a:t>
            </a:r>
          </a:p>
          <a:p>
            <a:endParaRPr lang="tr-TR" baseline="0" dirty="0"/>
          </a:p>
          <a:p>
            <a:r>
              <a:rPr lang="tr-TR" baseline="0" dirty="0"/>
              <a:t>Buyurunuz!</a:t>
            </a:r>
          </a:p>
          <a:p>
            <a:endParaRPr lang="tr-TR" baseline="0" dirty="0"/>
          </a:p>
          <a:p>
            <a:r>
              <a:rPr lang="tr-TR" sz="900" i="1" kern="1200" dirty="0">
                <a:solidFill>
                  <a:schemeClr val="tx1"/>
                </a:solidFill>
                <a:latin typeface="+mn-lt"/>
                <a:ea typeface="+mn-ea"/>
                <a:cs typeface="+mn-cs"/>
              </a:rPr>
              <a:t>Sayın Rektörümüz geliyorlar.</a:t>
            </a:r>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36</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aseline="0" dirty="0"/>
              <a:t>Siz mi sen mi?</a:t>
            </a:r>
          </a:p>
          <a:p>
            <a:endParaRPr lang="tr-TR" baseline="0" dirty="0"/>
          </a:p>
          <a:p>
            <a:r>
              <a:rPr lang="tr-TR" baseline="0" dirty="0"/>
              <a:t>Buyurunuz!</a:t>
            </a:r>
          </a:p>
          <a:p>
            <a:endParaRPr lang="tr-TR" baseline="0" dirty="0"/>
          </a:p>
          <a:p>
            <a:r>
              <a:rPr lang="tr-TR" sz="900" i="1" kern="1200" dirty="0">
                <a:solidFill>
                  <a:schemeClr val="tx1"/>
                </a:solidFill>
                <a:latin typeface="+mn-lt"/>
                <a:ea typeface="+mn-ea"/>
                <a:cs typeface="+mn-cs"/>
              </a:rPr>
              <a:t>Sayın Rektörümüz geliyorlar.</a:t>
            </a:r>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37</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baseline="0"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38</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39</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40</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41</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46</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47</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49</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50</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51</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52</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53</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54</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sz="900" kern="1200" dirty="0">
                <a:solidFill>
                  <a:schemeClr val="tx1"/>
                </a:solidFill>
                <a:latin typeface="+mn-lt"/>
                <a:ea typeface="+mn-ea"/>
                <a:cs typeface="+mn-cs"/>
              </a:rPr>
              <a:t>Bu dersle ilgili daha fazla bilgi sahibi olmak isteyenler ders kitabından ilgili bölümü okuyabilirler, önerilen kaynaklar bölümünden faydalanabilirler. Lütfen, şimdi ders için hazırlanan etkinlikleri yapınız. İyi çalışmalar dileriz.”</a:t>
            </a:r>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55</a:t>
            </a:fld>
            <a:endParaRPr lang="en-US"/>
          </a:p>
        </p:txBody>
      </p:sp>
    </p:spTree>
    <p:extLst>
      <p:ext uri="{BB962C8B-B14F-4D97-AF65-F5344CB8AC3E}">
        <p14:creationId xmlns:p14="http://schemas.microsoft.com/office/powerpoint/2010/main" xmlns="" val="5195670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56</a:t>
            </a:fld>
            <a:endParaRPr lang="en-US"/>
          </a:p>
        </p:txBody>
      </p:sp>
    </p:spTree>
    <p:extLst>
      <p:ext uri="{BB962C8B-B14F-4D97-AF65-F5344CB8AC3E}">
        <p14:creationId xmlns:p14="http://schemas.microsoft.com/office/powerpoint/2010/main" xmlns="" val="8366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tr-TR"/>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Click to edit Master subtitle style</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8741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idx="1"/>
          </p:nvPr>
        </p:nvSpPr>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204015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tr-TR"/>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Click to edit Master text styles</a:t>
            </a:r>
          </a:p>
        </p:txBody>
      </p:sp>
      <p:sp>
        <p:nvSpPr>
          <p:cNvPr id="4" name="Date Placeholder 3"/>
          <p:cNvSpPr>
            <a:spLocks noGrp="1"/>
          </p:cNvSpPr>
          <p:nvPr>
            <p:ph type="dt" sz="half" idx="10"/>
          </p:nvPr>
        </p:nvSpPr>
        <p:spPr/>
        <p:txBody>
          <a:bodyPr/>
          <a:lstStyle/>
          <a:p>
            <a:fld id="{2F2647A6-9F3D-EE46-8AEB-C71002B716D5}" type="datetimeFigureOut">
              <a:rPr lang="en-US" smtClean="0"/>
              <a:pPr/>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5102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Date Placeholder 4"/>
          <p:cNvSpPr>
            <a:spLocks noGrp="1"/>
          </p:cNvSpPr>
          <p:nvPr>
            <p:ph type="dt" sz="half" idx="10"/>
          </p:nvPr>
        </p:nvSpPr>
        <p:spPr/>
        <p:txBody>
          <a:bodyPr/>
          <a:lstStyle/>
          <a:p>
            <a:fld id="{2F2647A6-9F3D-EE46-8AEB-C71002B716D5}" type="datetimeFigureOut">
              <a:rPr lang="en-US" smtClean="0"/>
              <a:pPr/>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7570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tr-TR"/>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7" name="Date Placeholder 6"/>
          <p:cNvSpPr>
            <a:spLocks noGrp="1"/>
          </p:cNvSpPr>
          <p:nvPr>
            <p:ph type="dt" sz="half" idx="10"/>
          </p:nvPr>
        </p:nvSpPr>
        <p:spPr/>
        <p:txBody>
          <a:bodyPr/>
          <a:lstStyle/>
          <a:p>
            <a:fld id="{2F2647A6-9F3D-EE46-8AEB-C71002B716D5}" type="datetimeFigureOut">
              <a:rPr lang="en-US" smtClean="0"/>
              <a:pPr/>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4903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Date Placeholder 2"/>
          <p:cNvSpPr>
            <a:spLocks noGrp="1"/>
          </p:cNvSpPr>
          <p:nvPr>
            <p:ph type="dt" sz="half" idx="10"/>
          </p:nvPr>
        </p:nvSpPr>
        <p:spPr/>
        <p:txBody>
          <a:bodyPr/>
          <a:lstStyle/>
          <a:p>
            <a:fld id="{2F2647A6-9F3D-EE46-8AEB-C71002B716D5}" type="datetimeFigureOut">
              <a:rPr lang="en-US" smtClean="0"/>
              <a:pPr/>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9448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2647A6-9F3D-EE46-8AEB-C71002B716D5}" type="datetimeFigureOut">
              <a:rPr lang="en-US" smtClean="0"/>
              <a:pPr/>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13810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9657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tr-TR"/>
              <a:t>Drag picture to placeholder or click icon to add</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028983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43169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tr-TR"/>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1743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tr-TR"/>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F2647A6-9F3D-EE46-8AEB-C71002B716D5}" type="datetimeFigureOut">
              <a:rPr lang="en-US" smtClean="0"/>
              <a:pPr/>
              <a:t>1/26/2022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79433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0" y="0"/>
            <a:ext cx="9144000" cy="5143500"/>
          </a:xfrm>
          <a:prstGeom prst="rect">
            <a:avLst/>
          </a:prstGeom>
        </p:spPr>
      </p:pic>
      <p:sp>
        <p:nvSpPr>
          <p:cNvPr id="5" name="TextBox 4"/>
          <p:cNvSpPr txBox="1"/>
          <p:nvPr/>
        </p:nvSpPr>
        <p:spPr>
          <a:xfrm rot="10800000" flipV="1">
            <a:off x="4105819" y="2539052"/>
            <a:ext cx="4790113" cy="477054"/>
          </a:xfrm>
          <a:prstGeom prst="rect">
            <a:avLst/>
          </a:prstGeom>
          <a:noFill/>
        </p:spPr>
        <p:txBody>
          <a:bodyPr wrap="square" rtlCol="0">
            <a:spAutoFit/>
          </a:bodyPr>
          <a:lstStyle/>
          <a:p>
            <a:pPr algn="ctr">
              <a:lnSpc>
                <a:spcPct val="125000"/>
              </a:lnSpc>
            </a:pPr>
            <a:r>
              <a:rPr lang="tr-TR" sz="2000" b="1" dirty="0">
                <a:solidFill>
                  <a:srgbClr val="FF0000"/>
                </a:solidFill>
              </a:rPr>
              <a:t>Konu: OKUMA BECERİSİ VE STRATEJİLERİ  </a:t>
            </a:r>
            <a:endParaRPr lang="en-US" sz="2000" b="1" dirty="0">
              <a:solidFill>
                <a:srgbClr val="FF0000"/>
              </a:solidFill>
            </a:endParaRPr>
          </a:p>
        </p:txBody>
      </p:sp>
      <p:sp>
        <p:nvSpPr>
          <p:cNvPr id="6" name="TextBox 5"/>
          <p:cNvSpPr txBox="1"/>
          <p:nvPr/>
        </p:nvSpPr>
        <p:spPr>
          <a:xfrm>
            <a:off x="5437678" y="752860"/>
            <a:ext cx="3458254" cy="341632"/>
          </a:xfrm>
          <a:prstGeom prst="rect">
            <a:avLst/>
          </a:prstGeom>
          <a:noFill/>
        </p:spPr>
        <p:txBody>
          <a:bodyPr wrap="square" rtlCol="0">
            <a:spAutoFit/>
          </a:bodyPr>
          <a:lstStyle/>
          <a:p>
            <a:pPr>
              <a:lnSpc>
                <a:spcPct val="125000"/>
              </a:lnSpc>
            </a:pPr>
            <a:r>
              <a:rPr lang="tr-TR" sz="1400" b="1" dirty="0"/>
              <a:t>TKD104-TÜRK DİLİ II</a:t>
            </a:r>
          </a:p>
        </p:txBody>
      </p:sp>
      <p:sp>
        <p:nvSpPr>
          <p:cNvPr id="7" name="TextBox 6"/>
          <p:cNvSpPr txBox="1"/>
          <p:nvPr/>
        </p:nvSpPr>
        <p:spPr>
          <a:xfrm>
            <a:off x="4972050" y="3341122"/>
            <a:ext cx="4057650" cy="707886"/>
          </a:xfrm>
          <a:prstGeom prst="rect">
            <a:avLst/>
          </a:prstGeom>
          <a:noFill/>
        </p:spPr>
        <p:txBody>
          <a:bodyPr wrap="square" rtlCol="0">
            <a:spAutoFit/>
          </a:bodyPr>
          <a:lstStyle/>
          <a:p>
            <a:pPr algn="ctr">
              <a:lnSpc>
                <a:spcPct val="125000"/>
              </a:lnSpc>
            </a:pPr>
            <a:r>
              <a:rPr lang="tr-TR" sz="1600" b="1" dirty="0"/>
              <a:t>Hazırlayan ve Sunan: </a:t>
            </a:r>
          </a:p>
          <a:p>
            <a:pPr algn="ctr">
              <a:lnSpc>
                <a:spcPct val="125000"/>
              </a:lnSpc>
            </a:pPr>
            <a:r>
              <a:rPr lang="tr-TR" sz="1600" b="1" dirty="0"/>
              <a:t>Dr. Öğretim Görevlisi Hafize Şahin </a:t>
            </a:r>
            <a:r>
              <a:rPr lang="en-US" sz="1600" b="1" dirty="0"/>
              <a:t> </a:t>
            </a:r>
          </a:p>
        </p:txBody>
      </p:sp>
    </p:spTree>
    <p:extLst>
      <p:ext uri="{BB962C8B-B14F-4D97-AF65-F5344CB8AC3E}">
        <p14:creationId xmlns:p14="http://schemas.microsoft.com/office/powerpoint/2010/main" xmlns="" val="32680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6" name="TextBox 5"/>
          <p:cNvSpPr txBox="1"/>
          <p:nvPr/>
        </p:nvSpPr>
        <p:spPr>
          <a:xfrm>
            <a:off x="259949" y="272892"/>
            <a:ext cx="8624098" cy="461665"/>
          </a:xfrm>
          <a:prstGeom prst="rect">
            <a:avLst/>
          </a:prstGeom>
          <a:noFill/>
        </p:spPr>
        <p:txBody>
          <a:bodyPr wrap="square" rtlCol="0">
            <a:spAutoFit/>
          </a:bodyPr>
          <a:lstStyle/>
          <a:p>
            <a:pPr algn="ctr"/>
            <a:r>
              <a:rPr lang="en-US" sz="2400" b="1" spc="200" dirty="0">
                <a:solidFill>
                  <a:srgbClr val="FCF5E8"/>
                </a:solidFill>
              </a:rPr>
              <a:t>NELER ÖĞRENECEĞİZ</a:t>
            </a:r>
          </a:p>
        </p:txBody>
      </p:sp>
      <p:sp>
        <p:nvSpPr>
          <p:cNvPr id="7" name="TextBox 6"/>
          <p:cNvSpPr txBox="1"/>
          <p:nvPr/>
        </p:nvSpPr>
        <p:spPr>
          <a:xfrm>
            <a:off x="533400" y="848954"/>
            <a:ext cx="8351403" cy="438582"/>
          </a:xfrm>
          <a:prstGeom prst="rect">
            <a:avLst/>
          </a:prstGeom>
          <a:noFill/>
        </p:spPr>
        <p:txBody>
          <a:bodyPr wrap="square" rtlCol="0">
            <a:spAutoFit/>
          </a:bodyPr>
          <a:lstStyle/>
          <a:p>
            <a:pPr>
              <a:lnSpc>
                <a:spcPct val="125000"/>
              </a:lnSpc>
            </a:pPr>
            <a:r>
              <a:rPr lang="tr-TR" sz="1800" b="1" dirty="0"/>
              <a:t>Kazanımlar</a:t>
            </a:r>
            <a:endParaRPr lang="en-US" sz="1800" b="1"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İçerik Yer Tutucusu 2">
            <a:extLst>
              <a:ext uri="{FF2B5EF4-FFF2-40B4-BE49-F238E27FC236}">
                <a16:creationId xmlns:a16="http://schemas.microsoft.com/office/drawing/2014/main" xmlns="" id="{E4E6CA14-18EE-1545-85BF-74354B5DA4C1}"/>
              </a:ext>
            </a:extLst>
          </p:cNvPr>
          <p:cNvSpPr txBox="1">
            <a:spLocks/>
          </p:cNvSpPr>
          <p:nvPr/>
        </p:nvSpPr>
        <p:spPr>
          <a:xfrm>
            <a:off x="533400" y="1287536"/>
            <a:ext cx="8229600" cy="3332089"/>
          </a:xfrm>
          <a:prstGeom prst="rect">
            <a:avLst/>
          </a:prstGeom>
        </p:spPr>
        <p:txBody>
          <a:bodyPr vert="horz" lIns="91440" tIns="45720" rIns="91440" bIns="45720" rtlCol="0">
            <a:normAutofit/>
          </a:bodyPr>
          <a:lstStyle/>
          <a:p>
            <a:pPr marL="0" marR="0" lvl="0" indent="0" defTabSz="6858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tr-TR" sz="1800" b="1" i="0" u="none" strike="noStrike" kern="1200" cap="none" spc="0" normalizeH="0" baseline="0" noProof="0" dirty="0">
                <a:ln>
                  <a:noFill/>
                </a:ln>
                <a:solidFill>
                  <a:schemeClr val="tx1"/>
                </a:solidFill>
                <a:effectLst/>
                <a:uLnTx/>
                <a:uFillTx/>
                <a:latin typeface="+mn-lt"/>
                <a:ea typeface="+mn-ea"/>
                <a:cs typeface="+mn-cs"/>
              </a:rPr>
              <a:t>Bu ünite sonunda;</a:t>
            </a:r>
          </a:p>
          <a:p>
            <a:pPr marL="0" marR="0" lvl="0" indent="0" defTabSz="685800" rtl="0" eaLnBrk="1" fontAlgn="auto" latinLnBrk="0" hangingPunct="1">
              <a:lnSpc>
                <a:spcPct val="90000"/>
              </a:lnSpc>
              <a:spcBef>
                <a:spcPts val="600"/>
              </a:spcBef>
              <a:spcAft>
                <a:spcPts val="600"/>
              </a:spcAft>
              <a:buClrTx/>
              <a:buSzTx/>
              <a:buFont typeface="Arial" panose="020B0604020202020204" pitchFamily="34" charset="0"/>
              <a:buNone/>
              <a:tabLst/>
              <a:defRPr/>
            </a:pPr>
            <a:endParaRPr kumimoji="0" lang="tr-TR" sz="1800" b="0" i="0" u="none" strike="noStrike" kern="1200" cap="none" spc="0" normalizeH="0" baseline="0" noProof="0" dirty="0">
              <a:ln>
                <a:noFill/>
              </a:ln>
              <a:solidFill>
                <a:schemeClr val="tx1"/>
              </a:solidFill>
              <a:effectLst/>
              <a:uLnTx/>
              <a:uFillTx/>
              <a:latin typeface="+mn-lt"/>
              <a:ea typeface="+mn-ea"/>
              <a:cs typeface="+mn-cs"/>
            </a:endParaRPr>
          </a:p>
          <a:p>
            <a:pPr>
              <a:spcBef>
                <a:spcPts val="600"/>
              </a:spcBef>
              <a:spcAft>
                <a:spcPts val="600"/>
              </a:spcAft>
              <a:buFont typeface="Symbol" pitchFamily="18" charset="2"/>
              <a:buChar char="·"/>
            </a:pPr>
            <a:r>
              <a:rPr lang="tr-TR" sz="1800" dirty="0"/>
              <a:t>Okuma becerisi ve stratejileri hakkında bilgi edineceksiniz.</a:t>
            </a:r>
          </a:p>
          <a:p>
            <a:pPr>
              <a:spcBef>
                <a:spcPts val="600"/>
              </a:spcBef>
              <a:spcAft>
                <a:spcPts val="600"/>
              </a:spcAft>
              <a:buFont typeface="Symbol" pitchFamily="18" charset="2"/>
              <a:buChar char="·"/>
            </a:pPr>
            <a:r>
              <a:rPr lang="tr-TR" sz="1800" dirty="0"/>
              <a:t>Okumanın tanımını, ögelerini öğreneceksiniz.</a:t>
            </a:r>
          </a:p>
          <a:p>
            <a:pPr>
              <a:spcBef>
                <a:spcPts val="600"/>
              </a:spcBef>
              <a:spcAft>
                <a:spcPts val="600"/>
              </a:spcAft>
              <a:buFont typeface="Symbol" pitchFamily="18" charset="2"/>
              <a:buChar char="·"/>
            </a:pPr>
            <a:r>
              <a:rPr lang="tr-TR" sz="1800" dirty="0"/>
              <a:t>Okumanın fizyolojisi nasıldır, okuma süreci nasıl işler sorularını cevaplayabileceksiniz.</a:t>
            </a:r>
          </a:p>
          <a:p>
            <a:pPr>
              <a:spcBef>
                <a:spcPts val="600"/>
              </a:spcBef>
              <a:spcAft>
                <a:spcPts val="600"/>
              </a:spcAft>
              <a:buFont typeface="Symbol" pitchFamily="18" charset="2"/>
              <a:buChar char="·"/>
            </a:pPr>
            <a:r>
              <a:rPr lang="tr-TR" sz="1800" dirty="0"/>
              <a:t>Okuma sürecini açıklayan yaklaşımlar hakkında bilgi edineceksiniz.</a:t>
            </a:r>
          </a:p>
          <a:p>
            <a:pPr>
              <a:spcBef>
                <a:spcPts val="600"/>
              </a:spcBef>
              <a:spcAft>
                <a:spcPts val="600"/>
              </a:spcAft>
              <a:buFont typeface="Symbol" pitchFamily="18" charset="2"/>
              <a:buChar char="·"/>
            </a:pPr>
            <a:r>
              <a:rPr lang="tr-TR" sz="1800" dirty="0"/>
              <a:t> Okuma türleri üzerinde düşüneceksiniz.</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tr-TR" sz="1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40845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Başlık 1">
            <a:extLst>
              <a:ext uri="{FF2B5EF4-FFF2-40B4-BE49-F238E27FC236}">
                <a16:creationId xmlns:a16="http://schemas.microsoft.com/office/drawing/2014/main" xmlns="" id="{A72BEF32-67A3-594C-AC7C-7FD8A6E7EA14}"/>
              </a:ext>
            </a:extLst>
          </p:cNvPr>
          <p:cNvSpPr txBox="1">
            <a:spLocks/>
          </p:cNvSpPr>
          <p:nvPr/>
        </p:nvSpPr>
        <p:spPr>
          <a:xfrm>
            <a:off x="790576" y="1030194"/>
            <a:ext cx="3209924" cy="484281"/>
          </a:xfrm>
          <a:prstGeom prst="rect">
            <a:avLst/>
          </a:prstGeom>
        </p:spPr>
        <p:txBody>
          <a:bodyPr vert="horz" lIns="91440" tIns="45720" rIns="91440" bIns="45720" rtlCol="0" anchor="b">
            <a:normAutofit fontScale="70000" lnSpcReduction="20000"/>
          </a:body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tr-TR" sz="4500" b="1" i="0" u="none" strike="noStrike" kern="1200" cap="none" spc="0" normalizeH="0" baseline="0" noProof="0" dirty="0">
                <a:ln>
                  <a:noFill/>
                </a:ln>
                <a:solidFill>
                  <a:srgbClr val="7030A0"/>
                </a:solidFill>
                <a:uLnTx/>
                <a:uFillTx/>
                <a:latin typeface="+mj-lt"/>
                <a:ea typeface="+mj-ea"/>
                <a:cs typeface="+mj-cs"/>
              </a:rPr>
              <a:t>Anahtar kavramlar</a:t>
            </a:r>
          </a:p>
        </p:txBody>
      </p:sp>
      <p:sp>
        <p:nvSpPr>
          <p:cNvPr id="6" name="İçerik Yer Tutucusu 2">
            <a:extLst>
              <a:ext uri="{FF2B5EF4-FFF2-40B4-BE49-F238E27FC236}">
                <a16:creationId xmlns:a16="http://schemas.microsoft.com/office/drawing/2014/main" xmlns="" id="{29B3BB08-6F63-5D4F-9A84-28850BFE13C3}"/>
              </a:ext>
            </a:extLst>
          </p:cNvPr>
          <p:cNvSpPr txBox="1">
            <a:spLocks/>
          </p:cNvSpPr>
          <p:nvPr/>
        </p:nvSpPr>
        <p:spPr>
          <a:xfrm>
            <a:off x="790576" y="1514476"/>
            <a:ext cx="7867649" cy="2705099"/>
          </a:xfrm>
          <a:prstGeom prst="rect">
            <a:avLst/>
          </a:prstGeom>
        </p:spPr>
        <p:txBody>
          <a:bodyPr vert="horz" lIns="91440" tIns="45720" rIns="91440" bIns="45720" numCol="2" rtlCol="0">
            <a:normAutofit fontScale="25000" lnSpcReduction="20000"/>
          </a:bodyPr>
          <a:lstStyle/>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Okuma </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Okumanın tanımı</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Okumanın ögeleri</a:t>
            </a:r>
            <a:endParaRPr kumimoji="0" lang="tr-TR" sz="8000" b="1" i="0" u="none" strike="noStrike" kern="1200" cap="none" spc="0" normalizeH="0" baseline="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Okumanın fizyolojisi</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kumimoji="0" lang="tr-TR" sz="8000" b="1" i="0" u="none" strike="noStrike" kern="1200" cap="none" spc="0" normalizeH="0" baseline="0" noProof="0" dirty="0">
                <a:ln>
                  <a:noFill/>
                </a:ln>
                <a:solidFill>
                  <a:schemeClr val="tx1"/>
                </a:solidFill>
                <a:effectLst/>
                <a:uLnTx/>
                <a:uFillTx/>
                <a:latin typeface="+mn-lt"/>
                <a:ea typeface="+mn-ea"/>
                <a:cs typeface="+mn-cs"/>
              </a:rPr>
              <a:t> </a:t>
            </a:r>
            <a:r>
              <a:rPr lang="tr-TR" sz="8000" b="1" dirty="0"/>
              <a:t>Okuma becerisi</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baseline="0" dirty="0"/>
              <a:t> </a:t>
            </a:r>
            <a:r>
              <a:rPr lang="tr-TR" sz="8000" b="1" dirty="0"/>
              <a:t>Okuma stratejileri</a:t>
            </a:r>
            <a:endParaRPr lang="tr-TR" sz="8000" b="1" baseline="0" dirty="0"/>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kumimoji="0" lang="tr-TR" sz="8000" b="1" i="0" u="none" strike="noStrike" kern="1200" cap="none" spc="0" normalizeH="0" noProof="0" dirty="0">
                <a:ln>
                  <a:noFill/>
                </a:ln>
                <a:solidFill>
                  <a:schemeClr val="tx1"/>
                </a:solidFill>
                <a:effectLst/>
                <a:uLnTx/>
                <a:uFillTx/>
                <a:latin typeface="+mn-lt"/>
                <a:ea typeface="+mn-ea"/>
                <a:cs typeface="+mn-cs"/>
              </a:rPr>
              <a:t> </a:t>
            </a:r>
            <a:r>
              <a:rPr lang="tr-TR" sz="8000" b="1" dirty="0"/>
              <a:t>Okuma sürecini açıklayan yaklaşımlar </a:t>
            </a: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baseline="0" dirty="0"/>
              <a:t> </a:t>
            </a:r>
            <a:r>
              <a:rPr lang="tr-TR" sz="8000" b="1" dirty="0"/>
              <a:t>Okuma türleri</a:t>
            </a:r>
            <a:endParaRPr lang="tr-TR" sz="8000" b="1" baseline="0" dirty="0"/>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tabLst/>
              <a:defRPr/>
            </a:pPr>
            <a:endParaRPr kumimoji="0" lang="tr-TR" sz="8000" b="1" i="0" u="none" strike="noStrike" kern="1200" cap="none" spc="0" normalizeH="0" baseline="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600"/>
              </a:spcAft>
              <a:buClrTx/>
              <a:buSzTx/>
              <a:buFont typeface="Arial" panose="020B0604020202020204" pitchFamily="34" charset="0"/>
              <a:buNone/>
              <a:tabLst/>
              <a:defRPr/>
            </a:pPr>
            <a:endParaRPr lang="tr-TR" sz="1800" b="1" dirty="0"/>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tr-TR" sz="18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875911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Başlık 1">
            <a:extLst>
              <a:ext uri="{FF2B5EF4-FFF2-40B4-BE49-F238E27FC236}">
                <a16:creationId xmlns:a16="http://schemas.microsoft.com/office/drawing/2014/main" xmlns="" id="{A72BEF32-67A3-594C-AC7C-7FD8A6E7EA14}"/>
              </a:ext>
            </a:extLst>
          </p:cNvPr>
          <p:cNvSpPr txBox="1">
            <a:spLocks/>
          </p:cNvSpPr>
          <p:nvPr/>
        </p:nvSpPr>
        <p:spPr>
          <a:xfrm>
            <a:off x="790576" y="1030194"/>
            <a:ext cx="3209924" cy="484281"/>
          </a:xfrm>
          <a:prstGeom prst="rect">
            <a:avLst/>
          </a:prstGeom>
        </p:spPr>
        <p:txBody>
          <a:bodyPr vert="horz" lIns="91440" tIns="45720" rIns="91440" bIns="45720" rtlCol="0" anchor="b">
            <a:normAutofit fontScale="77500" lnSpcReduction="20000"/>
          </a:bodyPr>
          <a:lstStyle/>
          <a:p>
            <a:pPr marL="0" marR="0" lvl="0" indent="0" algn="ctr" defTabSz="685800" rtl="0" eaLnBrk="1" fontAlgn="auto" latinLnBrk="0" hangingPunct="1">
              <a:lnSpc>
                <a:spcPct val="90000"/>
              </a:lnSpc>
              <a:spcBef>
                <a:spcPct val="0"/>
              </a:spcBef>
              <a:spcAft>
                <a:spcPts val="0"/>
              </a:spcAft>
              <a:buClrTx/>
              <a:buSzTx/>
              <a:buFontTx/>
              <a:buNone/>
              <a:tabLst/>
              <a:defRPr/>
            </a:pPr>
            <a:endParaRPr kumimoji="0" lang="tr-TR" sz="4500" b="1" i="0" u="none" strike="noStrike" kern="1200" cap="none" spc="0" normalizeH="0" baseline="0" noProof="0" dirty="0">
              <a:ln>
                <a:noFill/>
              </a:ln>
              <a:solidFill>
                <a:srgbClr val="7030A0"/>
              </a:solidFill>
              <a:uLnTx/>
              <a:uFillTx/>
              <a:latin typeface="+mj-lt"/>
              <a:ea typeface="+mj-ea"/>
              <a:cs typeface="+mj-cs"/>
            </a:endParaRPr>
          </a:p>
        </p:txBody>
      </p:sp>
      <p:sp>
        <p:nvSpPr>
          <p:cNvPr id="6" name="İçerik Yer Tutucusu 2">
            <a:extLst>
              <a:ext uri="{FF2B5EF4-FFF2-40B4-BE49-F238E27FC236}">
                <a16:creationId xmlns:a16="http://schemas.microsoft.com/office/drawing/2014/main" xmlns="" id="{29B3BB08-6F63-5D4F-9A84-28850BFE13C3}"/>
              </a:ext>
            </a:extLst>
          </p:cNvPr>
          <p:cNvSpPr txBox="1">
            <a:spLocks/>
          </p:cNvSpPr>
          <p:nvPr/>
        </p:nvSpPr>
        <p:spPr>
          <a:xfrm>
            <a:off x="790576" y="1514476"/>
            <a:ext cx="6267449" cy="2705100"/>
          </a:xfrm>
          <a:prstGeom prst="rect">
            <a:avLst/>
          </a:prstGeom>
        </p:spPr>
        <p:txBody>
          <a:bodyPr vert="horz" lIns="91440" tIns="45720" rIns="91440" bIns="45720" numCol="2" rtlCol="0">
            <a:normAutofit/>
          </a:bodyPr>
          <a:lstStyle/>
          <a:p>
            <a:pPr algn="just"/>
            <a:r>
              <a:rPr lang="tr-TR" sz="2400" i="1" dirty="0"/>
              <a:t>“Okumayı öğrenmek sanatların en gücüdür.”</a:t>
            </a:r>
            <a:endParaRPr lang="tr-TR" sz="2400" dirty="0"/>
          </a:p>
          <a:p>
            <a:pPr algn="r"/>
            <a:r>
              <a:rPr lang="tr-TR" sz="2400" i="1" dirty="0"/>
              <a:t>Goethe</a:t>
            </a:r>
            <a:endParaRPr lang="tr-TR" sz="2400" dirty="0"/>
          </a:p>
          <a:p>
            <a:pPr marL="0" marR="0" lvl="0" indent="0" algn="just" defTabSz="685800" rtl="0" eaLnBrk="1" fontAlgn="auto" latinLnBrk="0" hangingPunct="1">
              <a:lnSpc>
                <a:spcPct val="90000"/>
              </a:lnSpc>
              <a:spcBef>
                <a:spcPts val="750"/>
              </a:spcBef>
              <a:spcAft>
                <a:spcPts val="1200"/>
              </a:spcAft>
              <a:buClrTx/>
              <a:buSzTx/>
              <a:buFont typeface="Wingdings" pitchFamily="2" charset="2"/>
              <a:buChar char="ü"/>
              <a:tabLst/>
              <a:defRPr/>
            </a:pPr>
            <a:endParaRPr lang="tr-TR" sz="1800" b="1" dirty="0"/>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tr-TR" sz="1800" b="1" i="0" u="none" strike="noStrike" kern="1200" cap="none" spc="0" normalizeH="0" baseline="0" noProof="0" dirty="0">
                <a:ln>
                  <a:noFill/>
                </a:ln>
                <a:solidFill>
                  <a:schemeClr val="tx1"/>
                </a:solidFill>
                <a:effectLst/>
                <a:uLnTx/>
                <a:uFillTx/>
                <a:latin typeface="+mn-lt"/>
                <a:ea typeface="+mn-ea"/>
                <a:cs typeface="+mn-cs"/>
              </a:rPr>
              <a:t>Neden okumak sanatların en gücü</a:t>
            </a:r>
            <a:r>
              <a:rPr kumimoji="0" lang="tr-TR" sz="1800" b="1" i="0" u="none" strike="noStrike" kern="1200" cap="none" spc="0" normalizeH="0" noProof="0" dirty="0">
                <a:ln>
                  <a:noFill/>
                </a:ln>
                <a:solidFill>
                  <a:schemeClr val="tx1"/>
                </a:solidFill>
                <a:effectLst/>
                <a:uLnTx/>
                <a:uFillTx/>
                <a:latin typeface="+mn-lt"/>
                <a:ea typeface="+mn-ea"/>
                <a:cs typeface="+mn-cs"/>
              </a:rPr>
              <a:t> olabilir sizce?</a:t>
            </a:r>
            <a:endParaRPr kumimoji="0" lang="tr-TR" sz="1800" b="1" i="0" u="none" strike="noStrike" kern="1200" cap="none" spc="0" normalizeH="0" baseline="0" noProof="0" dirty="0">
              <a:ln>
                <a:noFill/>
              </a:ln>
              <a:solidFill>
                <a:schemeClr val="tx1"/>
              </a:solidFill>
              <a:effectLst/>
              <a:uLnTx/>
              <a:uFillTx/>
              <a:latin typeface="+mn-lt"/>
              <a:ea typeface="+mn-ea"/>
              <a:cs typeface="+mn-cs"/>
            </a:endParaRPr>
          </a:p>
        </p:txBody>
      </p:sp>
      <p:pic>
        <p:nvPicPr>
          <p:cNvPr id="7" name="6 Resim" descr="goethe-turk-cikti-4235862_1479_amp.jpg"/>
          <p:cNvPicPr>
            <a:picLocks noChangeAspect="1"/>
          </p:cNvPicPr>
          <p:nvPr/>
        </p:nvPicPr>
        <p:blipFill>
          <a:blip r:embed="rId3"/>
          <a:stretch>
            <a:fillRect/>
          </a:stretch>
        </p:blipFill>
        <p:spPr>
          <a:xfrm>
            <a:off x="5200650" y="1030194"/>
            <a:ext cx="3028950" cy="3028950"/>
          </a:xfrm>
          <a:prstGeom prst="rect">
            <a:avLst/>
          </a:prstGeom>
        </p:spPr>
      </p:pic>
    </p:spTree>
    <p:extLst>
      <p:ext uri="{BB962C8B-B14F-4D97-AF65-F5344CB8AC3E}">
        <p14:creationId xmlns:p14="http://schemas.microsoft.com/office/powerpoint/2010/main" xmlns="" val="87591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911316" y="849219"/>
            <a:ext cx="7432584" cy="1446550"/>
          </a:xfrm>
          <a:prstGeom prst="rect">
            <a:avLst/>
          </a:prstGeom>
        </p:spPr>
        <p:txBody>
          <a:bodyPr wrap="square">
            <a:spAutoFit/>
          </a:bodyPr>
          <a:lstStyle/>
          <a:p>
            <a:pPr algn="ctr"/>
            <a:r>
              <a:rPr lang="tr-TR" sz="4400" b="1" dirty="0"/>
              <a:t>Okuma Becerisi ve Stratejileri</a:t>
            </a:r>
          </a:p>
          <a:p>
            <a:r>
              <a:rPr lang="tr-TR" sz="4400" b="1" dirty="0"/>
              <a:t> </a:t>
            </a:r>
          </a:p>
        </p:txBody>
      </p:sp>
      <p:sp>
        <p:nvSpPr>
          <p:cNvPr id="6" name="5 Dikdörtgen"/>
          <p:cNvSpPr/>
          <p:nvPr/>
        </p:nvSpPr>
        <p:spPr>
          <a:xfrm>
            <a:off x="609600" y="1587883"/>
            <a:ext cx="7429500" cy="707886"/>
          </a:xfrm>
          <a:prstGeom prst="rect">
            <a:avLst/>
          </a:prstGeom>
        </p:spPr>
        <p:txBody>
          <a:bodyPr wrap="square">
            <a:spAutoFit/>
          </a:bodyPr>
          <a:lstStyle/>
          <a:p>
            <a:pPr algn="ctr"/>
            <a:r>
              <a:rPr lang="tr-TR" sz="2000" dirty="0"/>
              <a:t>Okumak eylemini nasıl tanımlarsınız? </a:t>
            </a:r>
          </a:p>
          <a:p>
            <a:pPr algn="ctr"/>
            <a:r>
              <a:rPr lang="tr-TR" sz="2000" dirty="0"/>
              <a:t>Ne zaman, nerede ve niçin okuruz?</a:t>
            </a:r>
          </a:p>
        </p:txBody>
      </p:sp>
      <p:pic>
        <p:nvPicPr>
          <p:cNvPr id="12" name="11 Resim" descr="istockphoto-1334830878-612x612.jpg"/>
          <p:cNvPicPr>
            <a:picLocks noChangeAspect="1"/>
          </p:cNvPicPr>
          <p:nvPr/>
        </p:nvPicPr>
        <p:blipFill>
          <a:blip r:embed="rId3"/>
          <a:stretch>
            <a:fillRect/>
          </a:stretch>
        </p:blipFill>
        <p:spPr>
          <a:xfrm>
            <a:off x="4443417" y="2524125"/>
            <a:ext cx="3595683" cy="2095500"/>
          </a:xfrm>
          <a:prstGeom prst="rect">
            <a:avLst/>
          </a:prstGeom>
        </p:spPr>
      </p:pic>
      <p:pic>
        <p:nvPicPr>
          <p:cNvPr id="13" name="12 Resim" descr="images.png"/>
          <p:cNvPicPr>
            <a:picLocks noChangeAspect="1"/>
          </p:cNvPicPr>
          <p:nvPr/>
        </p:nvPicPr>
        <p:blipFill>
          <a:blip r:embed="rId4"/>
          <a:stretch>
            <a:fillRect/>
          </a:stretch>
        </p:blipFill>
        <p:spPr>
          <a:xfrm>
            <a:off x="771525" y="2476968"/>
            <a:ext cx="2616291" cy="1952156"/>
          </a:xfrm>
          <a:prstGeom prst="rect">
            <a:avLst/>
          </a:prstGeom>
        </p:spPr>
      </p:pic>
    </p:spTree>
    <p:extLst>
      <p:ext uri="{BB962C8B-B14F-4D97-AF65-F5344CB8AC3E}">
        <p14:creationId xmlns:p14="http://schemas.microsoft.com/office/powerpoint/2010/main" xmlns="" val="14388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14 Dikdörtgen"/>
          <p:cNvSpPr/>
          <p:nvPr/>
        </p:nvSpPr>
        <p:spPr>
          <a:xfrm>
            <a:off x="3076574" y="1009651"/>
            <a:ext cx="5029200" cy="369332"/>
          </a:xfrm>
          <a:prstGeom prst="rect">
            <a:avLst/>
          </a:prstGeom>
        </p:spPr>
        <p:txBody>
          <a:bodyPr wrap="square">
            <a:spAutoFit/>
          </a:bodyPr>
          <a:lstStyle/>
          <a:p>
            <a:r>
              <a:rPr lang="tr-TR" sz="1800" b="1" dirty="0"/>
              <a:t>1. Okumanın Tanımı ve Okumanın Ögeleri</a:t>
            </a:r>
            <a:endParaRPr lang="tr-TR" sz="1800" dirty="0"/>
          </a:p>
        </p:txBody>
      </p:sp>
      <p:pic>
        <p:nvPicPr>
          <p:cNvPr id="12" name="11 Resim" descr="index.jpg"/>
          <p:cNvPicPr>
            <a:picLocks noChangeAspect="1"/>
          </p:cNvPicPr>
          <p:nvPr/>
        </p:nvPicPr>
        <p:blipFill>
          <a:blip r:embed="rId3"/>
          <a:stretch>
            <a:fillRect/>
          </a:stretch>
        </p:blipFill>
        <p:spPr>
          <a:xfrm>
            <a:off x="352425" y="1009650"/>
            <a:ext cx="1905000" cy="1905000"/>
          </a:xfrm>
          <a:prstGeom prst="rect">
            <a:avLst/>
          </a:prstGeom>
        </p:spPr>
      </p:pic>
      <p:pic>
        <p:nvPicPr>
          <p:cNvPr id="67587" name="Picture 3" descr="Kaybettiklerimiz: Emin Özdemir | Basın Hayatı"/>
          <p:cNvPicPr>
            <a:picLocks noChangeAspect="1" noChangeArrowheads="1"/>
          </p:cNvPicPr>
          <p:nvPr/>
        </p:nvPicPr>
        <p:blipFill>
          <a:blip r:embed="rId4"/>
          <a:srcRect/>
          <a:stretch>
            <a:fillRect/>
          </a:stretch>
        </p:blipFill>
        <p:spPr bwMode="auto">
          <a:xfrm>
            <a:off x="380999" y="2914650"/>
            <a:ext cx="2181226" cy="1905000"/>
          </a:xfrm>
          <a:prstGeom prst="rect">
            <a:avLst/>
          </a:prstGeom>
          <a:noFill/>
        </p:spPr>
      </p:pic>
      <p:sp>
        <p:nvSpPr>
          <p:cNvPr id="7" name="6 Dikdörtgen"/>
          <p:cNvSpPr/>
          <p:nvPr/>
        </p:nvSpPr>
        <p:spPr>
          <a:xfrm>
            <a:off x="3076574" y="1378983"/>
            <a:ext cx="5676901" cy="3693319"/>
          </a:xfrm>
          <a:prstGeom prst="rect">
            <a:avLst/>
          </a:prstGeom>
        </p:spPr>
        <p:txBody>
          <a:bodyPr wrap="square">
            <a:spAutoFit/>
          </a:bodyPr>
          <a:lstStyle/>
          <a:p>
            <a:endParaRPr lang="tr-TR" sz="1800" b="1" dirty="0"/>
          </a:p>
          <a:p>
            <a:r>
              <a:rPr lang="tr-TR" sz="1800" b="1" dirty="0"/>
              <a:t>Beşir Göğüş (1915-1999)</a:t>
            </a:r>
            <a:r>
              <a:rPr lang="tr-TR" sz="1800" dirty="0"/>
              <a:t>’e göre “Okuma, bir yazının harflerini, sözcüklerini, imlerini tanımak ve bunların anlamlarını kavramaktır. Bu eylem görme, seslendirme yönlerinden fizyolojik; kavrama yönünden ruhsal bir süreçtir.”</a:t>
            </a:r>
          </a:p>
          <a:p>
            <a:endParaRPr lang="tr-TR" sz="1800" b="1" dirty="0"/>
          </a:p>
          <a:p>
            <a:pPr algn="just"/>
            <a:r>
              <a:rPr lang="tr-TR" sz="1800" b="1" dirty="0"/>
              <a:t>Emin Özdemir (1931-2017) </a:t>
            </a:r>
            <a:r>
              <a:rPr lang="tr-TR" sz="1800" dirty="0"/>
              <a:t>okumayı “(…) basılı ya da yazılı sözcükleri duyu organlarımız yoluyla algılama, bunları anlamlandırıp kavrama, yorumlama” diye tarif eder. </a:t>
            </a:r>
          </a:p>
          <a:p>
            <a:endParaRPr lang="tr-TR" sz="1800" dirty="0"/>
          </a:p>
          <a:p>
            <a:pPr algn="just"/>
            <a:endParaRPr lang="tr-TR" sz="1800" dirty="0"/>
          </a:p>
          <a:p>
            <a:endParaRPr lang="tr-TR" sz="1800" dirty="0"/>
          </a:p>
        </p:txBody>
      </p:sp>
    </p:spTree>
    <p:extLst>
      <p:ext uri="{BB962C8B-B14F-4D97-AF65-F5344CB8AC3E}">
        <p14:creationId xmlns:p14="http://schemas.microsoft.com/office/powerpoint/2010/main" xmlns="" val="66864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6 Resim" descr="aksitgokturk-5064-3.jpg"/>
          <p:cNvPicPr>
            <a:picLocks noChangeAspect="1"/>
          </p:cNvPicPr>
          <p:nvPr/>
        </p:nvPicPr>
        <p:blipFill>
          <a:blip r:embed="rId3"/>
          <a:stretch>
            <a:fillRect/>
          </a:stretch>
        </p:blipFill>
        <p:spPr>
          <a:xfrm>
            <a:off x="6858000" y="1085850"/>
            <a:ext cx="1943100" cy="2857500"/>
          </a:xfrm>
          <a:prstGeom prst="rect">
            <a:avLst/>
          </a:prstGeom>
        </p:spPr>
      </p:pic>
      <p:sp>
        <p:nvSpPr>
          <p:cNvPr id="13" name="12 Dikdörtgen"/>
          <p:cNvSpPr/>
          <p:nvPr/>
        </p:nvSpPr>
        <p:spPr>
          <a:xfrm>
            <a:off x="428625" y="849219"/>
            <a:ext cx="6429375" cy="4031873"/>
          </a:xfrm>
          <a:prstGeom prst="rect">
            <a:avLst/>
          </a:prstGeom>
        </p:spPr>
        <p:txBody>
          <a:bodyPr wrap="square">
            <a:spAutoFit/>
          </a:bodyPr>
          <a:lstStyle/>
          <a:p>
            <a:r>
              <a:rPr lang="tr-TR" sz="1600" dirty="0"/>
              <a:t>Okuma edimine dair kafa yormuş dilbilimcimiz </a:t>
            </a:r>
            <a:r>
              <a:rPr lang="tr-TR" sz="1600" b="1" dirty="0" err="1"/>
              <a:t>Akşit</a:t>
            </a:r>
            <a:r>
              <a:rPr lang="tr-TR" sz="1600" b="1" dirty="0"/>
              <a:t> Göktürk (1934-1988)</a:t>
            </a:r>
            <a:r>
              <a:rPr lang="tr-TR" sz="1600" dirty="0"/>
              <a:t>, Türkçede okuma sözcüğünün anlamlarını şöyle analiz ediyor: </a:t>
            </a:r>
          </a:p>
          <a:p>
            <a:endParaRPr lang="tr-TR" sz="1600" dirty="0"/>
          </a:p>
          <a:p>
            <a:pPr algn="just"/>
            <a:r>
              <a:rPr lang="tr-TR" sz="1600" dirty="0"/>
              <a:t>“Onun okuması yoktur.” “Çok okuyan çok bilir.”, “Bizim çocuk iyi okuyor.”, “Oku da adam ol!” Bu tümcelerdeki değişik anlamların yanı sıra, bir şeyi ezberden söylemek, okumak üflemek gibi edimleri de belirleyebiliyor okuma.</a:t>
            </a:r>
          </a:p>
          <a:p>
            <a:pPr algn="just"/>
            <a:endParaRPr lang="tr-TR" sz="1600" dirty="0"/>
          </a:p>
          <a:p>
            <a:pPr algn="just"/>
            <a:r>
              <a:rPr lang="tr-TR" sz="1600" dirty="0"/>
              <a:t>“Canına okumak” dizisinden eğretilemeli kullanımlarda ise daha başka doğrultuda anlamlar kazanıyor.</a:t>
            </a:r>
          </a:p>
          <a:p>
            <a:pPr algn="just"/>
            <a:endParaRPr lang="tr-TR" sz="1600" dirty="0"/>
          </a:p>
          <a:p>
            <a:pPr algn="just"/>
            <a:r>
              <a:rPr lang="tr-TR" sz="1600" dirty="0"/>
              <a:t>Söz gelimi “Onun okuması yoktur.” tümcesinde, okuma, okuryazarlık anlamına geliyor. “Çok okuyan çok bilir.” tümcesinde bireyin sürekli bir şeyler okuma alışkanlığı belirtiliyor. “Bizim çocuk iyi okuyor.” tümcesinde okuma, öğrenim görmek anlamına geliyor. “Oku da adam ol.” ise yerine göre ya da söyleyenin öfkesine göre bu üç anlamdan birini belirtiyor.</a:t>
            </a:r>
          </a:p>
        </p:txBody>
      </p:sp>
    </p:spTree>
    <p:extLst>
      <p:ext uri="{BB962C8B-B14F-4D97-AF65-F5344CB8AC3E}">
        <p14:creationId xmlns:p14="http://schemas.microsoft.com/office/powerpoint/2010/main" xmlns="" val="58909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28651" y="1057275"/>
            <a:ext cx="4600574" cy="3477875"/>
          </a:xfrm>
          <a:prstGeom prst="rect">
            <a:avLst/>
          </a:prstGeom>
        </p:spPr>
        <p:txBody>
          <a:bodyPr wrap="square">
            <a:spAutoFit/>
          </a:bodyPr>
          <a:lstStyle/>
          <a:p>
            <a:pPr algn="just"/>
            <a:r>
              <a:rPr lang="tr-TR" sz="2000" dirty="0"/>
              <a:t>Okuma eylemini gerçekleştiren kişi </a:t>
            </a:r>
            <a:r>
              <a:rPr lang="tr-TR" sz="2000" b="1" dirty="0"/>
              <a:t>okur</a:t>
            </a:r>
            <a:r>
              <a:rPr lang="tr-TR" sz="2000" dirty="0"/>
              <a:t>, okunan şey </a:t>
            </a:r>
            <a:r>
              <a:rPr lang="tr-TR" sz="2000" b="1" dirty="0"/>
              <a:t>metin</a:t>
            </a:r>
            <a:r>
              <a:rPr lang="tr-TR" sz="2000" dirty="0"/>
              <a:t>, okunulan metni yazan kişi ise </a:t>
            </a:r>
            <a:r>
              <a:rPr lang="tr-TR" sz="2000" b="1" dirty="0"/>
              <a:t>yazar</a:t>
            </a:r>
            <a:r>
              <a:rPr lang="tr-TR" sz="2000" dirty="0"/>
              <a:t>dır. Mehmet Temizkan, okumanın ögelerini “okur, yazar, metin ve amaç” olmak üzere dört öge olarak ele alır. Okumayı oluşturan ögeleri aşağıdaki gibi görselleştirebiliriz.</a:t>
            </a:r>
          </a:p>
          <a:p>
            <a:pPr algn="just"/>
            <a:endParaRPr lang="tr-TR" sz="2000" dirty="0"/>
          </a:p>
          <a:p>
            <a:pPr algn="just"/>
            <a:r>
              <a:rPr lang="tr-TR" sz="2000" dirty="0"/>
              <a:t>Okur, </a:t>
            </a:r>
            <a:r>
              <a:rPr lang="tr-TR" sz="2000" b="1" i="1" dirty="0"/>
              <a:t>Güncel Türkçe </a:t>
            </a:r>
            <a:r>
              <a:rPr lang="tr-TR" sz="2000" b="1" i="1" dirty="0" err="1"/>
              <a:t>Sözlük</a:t>
            </a:r>
            <a:r>
              <a:rPr lang="tr-TR" sz="2000" dirty="0" err="1"/>
              <a:t>’te</a:t>
            </a:r>
            <a:r>
              <a:rPr lang="tr-TR" sz="2000" dirty="0"/>
              <a:t> “okuyan kimse, okuyucu, kari” şeklinde tanımlanır.</a:t>
            </a:r>
          </a:p>
          <a:p>
            <a:pPr algn="just"/>
            <a:endParaRPr lang="tr-TR" sz="2000" dirty="0"/>
          </a:p>
        </p:txBody>
      </p:sp>
      <p:graphicFrame>
        <p:nvGraphicFramePr>
          <p:cNvPr id="7" name="6 Diyagram"/>
          <p:cNvGraphicFramePr/>
          <p:nvPr/>
        </p:nvGraphicFramePr>
        <p:xfrm>
          <a:off x="5712184" y="849219"/>
          <a:ext cx="2898416" cy="2762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3491" name="Rectangle 3"/>
          <p:cNvSpPr>
            <a:spLocks noChangeArrowheads="1"/>
          </p:cNvSpPr>
          <p:nvPr/>
        </p:nvSpPr>
        <p:spPr bwMode="auto">
          <a:xfrm>
            <a:off x="6076950" y="3611469"/>
            <a:ext cx="2324100"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effectLst/>
                <a:latin typeface="Arial" pitchFamily="34" charset="0"/>
                <a:cs typeface="Arial" pitchFamily="34" charset="0"/>
              </a:rPr>
              <a:t>1. Şekil: Okumanın </a:t>
            </a:r>
            <a:r>
              <a:rPr lang="tr-TR" sz="1200" b="1" dirty="0">
                <a:latin typeface="Arial" pitchFamily="34" charset="0"/>
                <a:cs typeface="Arial" pitchFamily="34" charset="0"/>
              </a:rPr>
              <a:t>Ö</a:t>
            </a:r>
            <a:r>
              <a:rPr kumimoji="0" lang="tr-TR" sz="1200" b="1" i="0" u="none" strike="noStrike" cap="none" normalizeH="0" baseline="0" dirty="0">
                <a:ln>
                  <a:noFill/>
                </a:ln>
                <a:effectLst/>
                <a:latin typeface="Arial" pitchFamily="34" charset="0"/>
                <a:cs typeface="Arial" pitchFamily="34" charset="0"/>
              </a:rPr>
              <a:t>geleri</a:t>
            </a:r>
          </a:p>
        </p:txBody>
      </p:sp>
    </p:spTree>
    <p:extLst>
      <p:ext uri="{BB962C8B-B14F-4D97-AF65-F5344CB8AC3E}">
        <p14:creationId xmlns:p14="http://schemas.microsoft.com/office/powerpoint/2010/main" xmlns="" val="1994271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18 Dikdörtgen"/>
          <p:cNvSpPr/>
          <p:nvPr/>
        </p:nvSpPr>
        <p:spPr>
          <a:xfrm>
            <a:off x="1247775" y="849219"/>
            <a:ext cx="4762500" cy="584775"/>
          </a:xfrm>
          <a:prstGeom prst="rect">
            <a:avLst/>
          </a:prstGeom>
        </p:spPr>
        <p:txBody>
          <a:bodyPr wrap="square">
            <a:spAutoFit/>
          </a:bodyPr>
          <a:lstStyle/>
          <a:p>
            <a:r>
              <a:rPr lang="tr-TR" sz="3200" b="1" dirty="0"/>
              <a:t>Yazar, metin, okur, amaç  </a:t>
            </a:r>
            <a:endParaRPr lang="en-US" sz="3200" dirty="0"/>
          </a:p>
        </p:txBody>
      </p:sp>
      <p:sp>
        <p:nvSpPr>
          <p:cNvPr id="22" name="21 Dikdörtgen"/>
          <p:cNvSpPr/>
          <p:nvPr/>
        </p:nvSpPr>
        <p:spPr>
          <a:xfrm>
            <a:off x="600075" y="1433994"/>
            <a:ext cx="7924799" cy="2923877"/>
          </a:xfrm>
          <a:prstGeom prst="rect">
            <a:avLst/>
          </a:prstGeom>
        </p:spPr>
        <p:txBody>
          <a:bodyPr wrap="square">
            <a:spAutoFit/>
          </a:bodyPr>
          <a:lstStyle/>
          <a:p>
            <a:pPr algn="just"/>
            <a:r>
              <a:rPr lang="tr-TR" sz="2000" dirty="0"/>
              <a:t>Mehmet Temizkan, “yazar”ı başkalarına iletebileceği ve aktarabileceği bir sözü, düşüncesi olan kişi olarak tanımlar.</a:t>
            </a:r>
          </a:p>
          <a:p>
            <a:pPr algn="just"/>
            <a:endParaRPr lang="tr-TR" sz="2000" dirty="0"/>
          </a:p>
          <a:p>
            <a:pPr algn="just"/>
            <a:r>
              <a:rPr lang="tr-TR" sz="2000" dirty="0"/>
              <a:t>Metin ise, </a:t>
            </a:r>
            <a:r>
              <a:rPr lang="tr-TR" sz="2000" i="1" dirty="0"/>
              <a:t>Güncel Türkçe </a:t>
            </a:r>
            <a:r>
              <a:rPr lang="tr-TR" sz="2000" dirty="0" err="1"/>
              <a:t>Sözlük’te</a:t>
            </a:r>
            <a:r>
              <a:rPr lang="tr-TR" sz="2000" dirty="0"/>
              <a:t> “Bir yazıyı biçim, anlatım ve noktalama özellikleriyle oluşturan kelimelerin bütünü, tekst” şeklinde tanımlanır. </a:t>
            </a:r>
          </a:p>
          <a:p>
            <a:pPr algn="just"/>
            <a:endParaRPr lang="tr-TR" sz="2000" dirty="0"/>
          </a:p>
          <a:p>
            <a:pPr algn="just"/>
            <a:r>
              <a:rPr lang="tr-TR" sz="2000" dirty="0"/>
              <a:t>“Başı ve sonu ile kapalı bir yapı oluşturan dilsel göstergelerin art arda geldiği anlamlı yapıdır” (</a:t>
            </a:r>
            <a:r>
              <a:rPr lang="tr-TR" sz="2000" dirty="0" err="1"/>
              <a:t>Sıddık</a:t>
            </a:r>
            <a:r>
              <a:rPr lang="tr-TR" sz="2000" dirty="0"/>
              <a:t> </a:t>
            </a:r>
            <a:r>
              <a:rPr lang="tr-TR" sz="2000" dirty="0" err="1"/>
              <a:t>Akbayır</a:t>
            </a:r>
            <a:r>
              <a:rPr lang="tr-TR" sz="2000" dirty="0"/>
              <a:t>).</a:t>
            </a:r>
          </a:p>
          <a:p>
            <a:pPr algn="just"/>
            <a:endParaRPr lang="tr-TR" sz="2400" dirty="0"/>
          </a:p>
        </p:txBody>
      </p:sp>
    </p:spTree>
    <p:extLst>
      <p:ext uri="{BB962C8B-B14F-4D97-AF65-F5344CB8AC3E}">
        <p14:creationId xmlns:p14="http://schemas.microsoft.com/office/powerpoint/2010/main" xmlns="" val="134461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95349" y="990599"/>
            <a:ext cx="2847975" cy="523220"/>
          </a:xfrm>
          <a:prstGeom prst="rect">
            <a:avLst/>
          </a:prstGeom>
        </p:spPr>
        <p:txBody>
          <a:bodyPr wrap="square">
            <a:spAutoFit/>
          </a:bodyPr>
          <a:lstStyle/>
          <a:p>
            <a:r>
              <a:rPr lang="tr-TR" sz="2800" b="1" dirty="0"/>
              <a:t>Okumanın amacı</a:t>
            </a:r>
            <a:endParaRPr lang="en-US" sz="2800" b="1" dirty="0"/>
          </a:p>
        </p:txBody>
      </p:sp>
      <p:sp>
        <p:nvSpPr>
          <p:cNvPr id="7" name="6 Dikdörtgen"/>
          <p:cNvSpPr/>
          <p:nvPr/>
        </p:nvSpPr>
        <p:spPr>
          <a:xfrm>
            <a:off x="895348" y="1556089"/>
            <a:ext cx="7467601" cy="2031325"/>
          </a:xfrm>
          <a:prstGeom prst="rect">
            <a:avLst/>
          </a:prstGeom>
          <a:noFill/>
          <a:ln>
            <a:solidFill>
              <a:schemeClr val="bg1"/>
            </a:solidFill>
          </a:ln>
        </p:spPr>
        <p:txBody>
          <a:bodyPr wrap="square">
            <a:spAutoFit/>
          </a:bodyPr>
          <a:lstStyle/>
          <a:p>
            <a:pPr algn="just"/>
            <a:r>
              <a:rPr lang="tr-TR" sz="1800" dirty="0"/>
              <a:t>Okumanın amacı kişinin ihtiyacına göre değişir. Eğlenmek, zevk almak, bir konuyu öğrenmek için farklı sebeplerle okuruz. Kişiyi metinle iletişime geçmeye iten bir ya da birden fazla sebep olabilir. Roman okur gibi bilimsel bir makaleyi okuyamayacağımız gibi bilimsel bir makaleyi de roman gibi okuyamayız. Okunacak metnin türü, okurun amacına uygun olarak farklı okumalar gerçekleştirmeyi gerekli kılar. </a:t>
            </a:r>
          </a:p>
          <a:p>
            <a:pPr algn="just"/>
            <a:endParaRPr lang="en-US" sz="1800" dirty="0"/>
          </a:p>
        </p:txBody>
      </p:sp>
    </p:spTree>
    <p:extLst>
      <p:ext uri="{BB962C8B-B14F-4D97-AF65-F5344CB8AC3E}">
        <p14:creationId xmlns:p14="http://schemas.microsoft.com/office/powerpoint/2010/main" xmlns="" val="2046755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742950" y="1143000"/>
            <a:ext cx="2914650" cy="461665"/>
          </a:xfrm>
          <a:prstGeom prst="rect">
            <a:avLst/>
          </a:prstGeom>
        </p:spPr>
        <p:txBody>
          <a:bodyPr wrap="square">
            <a:spAutoFit/>
          </a:bodyPr>
          <a:lstStyle/>
          <a:p>
            <a:endParaRPr lang="en-US" sz="2400" b="1" dirty="0"/>
          </a:p>
        </p:txBody>
      </p:sp>
      <p:sp>
        <p:nvSpPr>
          <p:cNvPr id="7" name="6 Dikdörtgen"/>
          <p:cNvSpPr/>
          <p:nvPr/>
        </p:nvSpPr>
        <p:spPr>
          <a:xfrm>
            <a:off x="876300" y="1285875"/>
            <a:ext cx="6981824" cy="3416320"/>
          </a:xfrm>
          <a:prstGeom prst="rect">
            <a:avLst/>
          </a:prstGeom>
        </p:spPr>
        <p:txBody>
          <a:bodyPr wrap="square">
            <a:spAutoFit/>
          </a:bodyPr>
          <a:lstStyle/>
          <a:p>
            <a:pPr algn="just"/>
            <a:r>
              <a:rPr lang="tr-TR" sz="1800" dirty="0"/>
              <a:t>Emin Özdemir’e göre: “Her okuma belli bir amaca yöneliktir. (…) Bu bağlamda okumanın amacı iletinin </a:t>
            </a:r>
            <a:r>
              <a:rPr lang="tr-TR" sz="1800" dirty="0" err="1"/>
              <a:t>alımlanmasıdır</a:t>
            </a:r>
            <a:r>
              <a:rPr lang="tr-TR" sz="1800" dirty="0"/>
              <a:t>. Başka bir deyişle yazarla belli bir noktada buluşma, uzlaşma, anlaşma  ya da karşı çıkmadır ona. Okuyacağımız metni ve okuma yöntemimizi belirlemede önemli bir payı vardır amacımızın.” </a:t>
            </a:r>
          </a:p>
          <a:p>
            <a:pPr algn="just"/>
            <a:endParaRPr lang="tr-TR" sz="1800" dirty="0"/>
          </a:p>
          <a:p>
            <a:pPr algn="just"/>
            <a:r>
              <a:rPr lang="tr-TR" sz="1800" dirty="0" err="1"/>
              <a:t>Enise</a:t>
            </a:r>
            <a:r>
              <a:rPr lang="tr-TR" sz="1800" dirty="0"/>
              <a:t> </a:t>
            </a:r>
            <a:r>
              <a:rPr lang="tr-TR" sz="1800" dirty="0" err="1"/>
              <a:t>Kantemir</a:t>
            </a:r>
            <a:r>
              <a:rPr lang="tr-TR" sz="1800" dirty="0"/>
              <a:t> ise prestij kazanmak, gerçeğin baskısından kurtulmak, bazı inançlar ve davranışlar için güven kaynağı oluşturmak veya bunları güçlendirmek, estetik deneyimleri geliştirmek, bilgi kazanmak gibi farklı sebepleri okumanın amaçları arasında sayar.</a:t>
            </a:r>
          </a:p>
          <a:p>
            <a:pPr algn="just"/>
            <a:endParaRPr lang="tr-TR" sz="1800" dirty="0"/>
          </a:p>
          <a:p>
            <a:pPr algn="just"/>
            <a:endParaRPr lang="en-US" sz="1800" dirty="0"/>
          </a:p>
        </p:txBody>
      </p:sp>
    </p:spTree>
    <p:extLst>
      <p:ext uri="{BB962C8B-B14F-4D97-AF65-F5344CB8AC3E}">
        <p14:creationId xmlns:p14="http://schemas.microsoft.com/office/powerpoint/2010/main" xmlns="" val="199427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5 Diyagram"/>
          <p:cNvGraphicFramePr/>
          <p:nvPr/>
        </p:nvGraphicFramePr>
        <p:xfrm>
          <a:off x="523875" y="158496"/>
          <a:ext cx="7848600" cy="4289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7345" name="Rectangle 1"/>
          <p:cNvSpPr>
            <a:spLocks noChangeArrowheads="1"/>
          </p:cNvSpPr>
          <p:nvPr/>
        </p:nvSpPr>
        <p:spPr bwMode="auto">
          <a:xfrm>
            <a:off x="1819275" y="4186565"/>
            <a:ext cx="5981700" cy="2616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100" b="1" i="0" u="none" strike="noStrike" cap="none" normalizeH="0" baseline="0" dirty="0">
                <a:ln>
                  <a:noFill/>
                </a:ln>
                <a:solidFill>
                  <a:srgbClr val="000000"/>
                </a:solidFill>
                <a:effectLst/>
                <a:latin typeface="Times New Roman" pitchFamily="18" charset="0"/>
                <a:cs typeface="Times New Roman" pitchFamily="18" charset="0"/>
              </a:rPr>
              <a:t>2. Şekil: Okurken </a:t>
            </a:r>
            <a:r>
              <a:rPr lang="tr-TR" sz="1100" b="1" dirty="0">
                <a:solidFill>
                  <a:srgbClr val="000000"/>
                </a:solidFill>
                <a:latin typeface="Times New Roman" pitchFamily="18" charset="0"/>
                <a:cs typeface="Times New Roman" pitchFamily="18" charset="0"/>
              </a:rPr>
              <a:t>Y</a:t>
            </a:r>
            <a:r>
              <a:rPr kumimoji="0" lang="tr-TR" sz="1100" b="1" i="0" u="none" strike="noStrike" cap="none" normalizeH="0" baseline="0" dirty="0">
                <a:ln>
                  <a:noFill/>
                </a:ln>
                <a:solidFill>
                  <a:srgbClr val="000000"/>
                </a:solidFill>
                <a:effectLst/>
                <a:latin typeface="Times New Roman" pitchFamily="18" charset="0"/>
                <a:cs typeface="Times New Roman" pitchFamily="18" charset="0"/>
              </a:rPr>
              <a:t>er-Zaman-Amaç </a:t>
            </a:r>
            <a:r>
              <a:rPr lang="tr-TR" sz="1100" b="1" dirty="0">
                <a:solidFill>
                  <a:srgbClr val="000000"/>
                </a:solidFill>
                <a:latin typeface="Times New Roman" pitchFamily="18" charset="0"/>
                <a:cs typeface="Times New Roman" pitchFamily="18" charset="0"/>
              </a:rPr>
              <a:t>Ö</a:t>
            </a:r>
            <a:r>
              <a:rPr kumimoji="0" lang="tr-TR" sz="1100" b="1" i="0" u="none" strike="noStrike" cap="none" normalizeH="0" baseline="0" dirty="0">
                <a:ln>
                  <a:noFill/>
                </a:ln>
                <a:solidFill>
                  <a:srgbClr val="000000"/>
                </a:solidFill>
                <a:effectLst/>
                <a:latin typeface="Times New Roman" pitchFamily="18" charset="0"/>
                <a:cs typeface="Times New Roman" pitchFamily="18" charset="0"/>
              </a:rPr>
              <a:t>geleri</a:t>
            </a:r>
            <a:endParaRPr kumimoji="0" lang="tr-TR" sz="1800" b="1"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790574" y="1152525"/>
            <a:ext cx="7496175" cy="2862322"/>
          </a:xfrm>
          <a:prstGeom prst="rect">
            <a:avLst/>
          </a:prstGeom>
        </p:spPr>
        <p:txBody>
          <a:bodyPr wrap="square">
            <a:spAutoFit/>
          </a:bodyPr>
          <a:lstStyle/>
          <a:p>
            <a:pPr algn="just"/>
            <a:r>
              <a:rPr lang="tr-TR" sz="2000" dirty="0"/>
              <a:t>Evde, okulda, yurtta vs. farklı mekânlarda ve yerlerde okuruz. Sınav öncesi, fırsat buldukça, sabah ya da  akşam gibi farklı zaman dilimlerinde amacımıza uygun türde metinler seçerek bilgi ediniriz. Bazen bir sınavdan iyi bir not almak için, bazen bilgisayarımızda, akıllı telefonumuzda oluşan bir sorunu gidermek için mecburen okuruz. Okumanın, insanın hayata bakış açısını değiştiren bir eylem olduğu yadsınamaz. Okuma amacımız, yaşam boyunca değişebilir. Amacımız değişse de Goethe’nin “sanatların en gücü” dediği okumak, hayat boyu süren ve gelişen bir edimdir.</a:t>
            </a:r>
          </a:p>
        </p:txBody>
      </p:sp>
    </p:spTree>
    <p:extLst>
      <p:ext uri="{BB962C8B-B14F-4D97-AF65-F5344CB8AC3E}">
        <p14:creationId xmlns:p14="http://schemas.microsoft.com/office/powerpoint/2010/main" xmlns="" val="1994271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647700" y="1171575"/>
            <a:ext cx="7924800" cy="2862322"/>
          </a:xfrm>
          <a:prstGeom prst="rect">
            <a:avLst/>
          </a:prstGeom>
        </p:spPr>
        <p:txBody>
          <a:bodyPr wrap="square">
            <a:spAutoFit/>
          </a:bodyPr>
          <a:lstStyle/>
          <a:p>
            <a:pPr algn="just"/>
            <a:r>
              <a:rPr lang="tr-TR" sz="2000" b="1" dirty="0"/>
              <a:t>2. Okumanın fizyolojisi </a:t>
            </a:r>
            <a:endParaRPr lang="tr-TR" sz="2000" dirty="0"/>
          </a:p>
          <a:p>
            <a:pPr algn="just"/>
            <a:r>
              <a:rPr lang="tr-TR" sz="2000" dirty="0"/>
              <a:t>Okumanın fizyolojisinden bahsettiğimizde göz en önemli organdır. Gözün hareketleri ile okuma eylemi arasında doğrudan bir ilişki vardır. “Göz, satırı okurken onun üzerinde seri sıçramalarla hareket eder. Satırın üzerindeki bir alanı görmek için durur. Daha sonraki alanı görmek için sıçrama hareketi yapar ve okumayı böylece sürdürür” (Temizkan, 2021, s.5). Göz, yazıda satırları takip edebilmek için çaba harcar; aşağı doğru, yukarıya doğru, soldan sağa, sağdan sola doğru hareket eder. </a:t>
            </a:r>
          </a:p>
          <a:p>
            <a:pPr algn="just">
              <a:defRPr/>
            </a:pPr>
            <a:endParaRPr lang="tr-TR" sz="2000" dirty="0"/>
          </a:p>
        </p:txBody>
      </p:sp>
    </p:spTree>
    <p:extLst>
      <p:ext uri="{BB962C8B-B14F-4D97-AF65-F5344CB8AC3E}">
        <p14:creationId xmlns:p14="http://schemas.microsoft.com/office/powerpoint/2010/main" xmlns="" val="1994271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6 Dikdörtgen"/>
          <p:cNvSpPr/>
          <p:nvPr/>
        </p:nvSpPr>
        <p:spPr>
          <a:xfrm>
            <a:off x="561975" y="1228726"/>
            <a:ext cx="7972425" cy="2585323"/>
          </a:xfrm>
          <a:prstGeom prst="rect">
            <a:avLst/>
          </a:prstGeom>
        </p:spPr>
        <p:txBody>
          <a:bodyPr wrap="square">
            <a:spAutoFit/>
          </a:bodyPr>
          <a:lstStyle/>
          <a:p>
            <a:r>
              <a:rPr lang="tr-TR" sz="1800" b="1" dirty="0"/>
              <a:t>Okumanın fizyolojisi 4 temel kavramla ifade edilir: </a:t>
            </a:r>
          </a:p>
          <a:p>
            <a:r>
              <a:rPr lang="tr-TR" sz="1800" dirty="0"/>
              <a:t>1. Netlik açısı </a:t>
            </a:r>
          </a:p>
          <a:p>
            <a:r>
              <a:rPr lang="tr-TR" sz="1800" dirty="0"/>
              <a:t>2. Netlik </a:t>
            </a:r>
            <a:r>
              <a:rPr lang="tr-TR" sz="1800" dirty="0" smtClean="0"/>
              <a:t>alanı </a:t>
            </a:r>
            <a:r>
              <a:rPr lang="tr-TR" sz="1800" dirty="0"/>
              <a:t>(Aktif görme alanı)</a:t>
            </a:r>
          </a:p>
          <a:p>
            <a:r>
              <a:rPr lang="tr-TR" sz="1800" dirty="0"/>
              <a:t>3. Göz-Ses genişliği</a:t>
            </a:r>
          </a:p>
          <a:p>
            <a:r>
              <a:rPr lang="tr-TR" sz="1800" dirty="0"/>
              <a:t>4. Okuma mesafesi</a:t>
            </a:r>
          </a:p>
          <a:p>
            <a:endParaRPr lang="tr-TR" sz="1800" dirty="0"/>
          </a:p>
          <a:p>
            <a:r>
              <a:rPr lang="tr-TR" sz="1800" dirty="0"/>
              <a:t>Bu kavramların hakkında daha ayrıntılı bilgi için </a:t>
            </a:r>
            <a:r>
              <a:rPr lang="tr-TR" sz="1800" b="1" dirty="0"/>
              <a:t>Alemdar Yalçın </a:t>
            </a:r>
            <a:r>
              <a:rPr lang="tr-TR" sz="1800" dirty="0"/>
              <a:t>ve </a:t>
            </a:r>
            <a:r>
              <a:rPr lang="tr-TR" sz="1800" b="1" dirty="0"/>
              <a:t>Mehmet Temizkan</a:t>
            </a:r>
            <a:r>
              <a:rPr lang="tr-TR" sz="1800" dirty="0"/>
              <a:t>’ın konuyla ilgili çalışmalarına bakılabilir. </a:t>
            </a:r>
          </a:p>
          <a:p>
            <a:pPr algn="just"/>
            <a:endParaRPr lang="tr-TR" sz="1800" b="1" dirty="0"/>
          </a:p>
        </p:txBody>
      </p:sp>
    </p:spTree>
    <p:extLst>
      <p:ext uri="{BB962C8B-B14F-4D97-AF65-F5344CB8AC3E}">
        <p14:creationId xmlns:p14="http://schemas.microsoft.com/office/powerpoint/2010/main" xmlns="" val="1994271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42924" y="991518"/>
            <a:ext cx="7762875" cy="3477875"/>
          </a:xfrm>
          <a:prstGeom prst="rect">
            <a:avLst/>
          </a:prstGeom>
        </p:spPr>
        <p:txBody>
          <a:bodyPr wrap="square">
            <a:spAutoFit/>
          </a:bodyPr>
          <a:lstStyle/>
          <a:p>
            <a:r>
              <a:rPr lang="tr-TR" sz="2000" b="1" dirty="0"/>
              <a:t>3. Okuma Becerisi</a:t>
            </a:r>
            <a:endParaRPr lang="tr-TR" sz="2000" dirty="0"/>
          </a:p>
          <a:p>
            <a:pPr algn="just"/>
            <a:r>
              <a:rPr lang="tr-TR" sz="2000" dirty="0"/>
              <a:t>Okuma dediğimiz zaman ilköğrenimde başlayan ve zamanla hayatımızın farklı aşamalarında devam eden bir eylemden bahsediyoruz. Harfleri yazıya döküp seslendirdiğimiz bu süreçte önce sözcükleri, sonra cümleleri nasıl yazacağımızı ve seslendireceğimizi öğreniyoruz. Okuma derken burada bir tabelayı ya da bir adresi okumaktan öte bir metni, şiiri, romanı, makaleyi, tutanak belgesi gibi farklı türlerde ve içeriklerde metinleri okumayı kast ediyoruz. Okumanın bir beceri olması ise bu eylemde kişinin bir maharet yani ustalık kazanması anlamına gelir. Okuma becerisinde maharet yani ustalık kazanmak, göründüğünden daha karmaşık bir süreci içerir. </a:t>
            </a:r>
          </a:p>
        </p:txBody>
      </p:sp>
    </p:spTree>
    <p:extLst>
      <p:ext uri="{BB962C8B-B14F-4D97-AF65-F5344CB8AC3E}">
        <p14:creationId xmlns:p14="http://schemas.microsoft.com/office/powerpoint/2010/main" xmlns="" val="1994271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pic>
        <p:nvPicPr>
          <p:cNvPr id="12" name="11 Resim" descr="images.jpg"/>
          <p:cNvPicPr>
            <a:picLocks noChangeAspect="1"/>
          </p:cNvPicPr>
          <p:nvPr/>
        </p:nvPicPr>
        <p:blipFill>
          <a:blip r:embed="rId3"/>
          <a:stretch>
            <a:fillRect/>
          </a:stretch>
        </p:blipFill>
        <p:spPr>
          <a:xfrm>
            <a:off x="-2" y="3175254"/>
            <a:ext cx="2524125" cy="1809750"/>
          </a:xfrm>
          <a:prstGeom prst="rect">
            <a:avLst/>
          </a:prstGeom>
        </p:spPr>
      </p:pic>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742950" y="1038225"/>
            <a:ext cx="2095500" cy="584775"/>
          </a:xfrm>
          <a:prstGeom prst="rect">
            <a:avLst/>
          </a:prstGeom>
        </p:spPr>
        <p:txBody>
          <a:bodyPr wrap="square">
            <a:spAutoFit/>
          </a:bodyPr>
          <a:lstStyle/>
          <a:p>
            <a:r>
              <a:rPr lang="tr-TR" sz="3200" b="1" dirty="0"/>
              <a:t>Sıra sizde</a:t>
            </a:r>
            <a:endParaRPr lang="en-US" sz="3200" b="1" dirty="0"/>
          </a:p>
        </p:txBody>
      </p:sp>
      <p:sp>
        <p:nvSpPr>
          <p:cNvPr id="10" name="9 Dikdörtgen"/>
          <p:cNvSpPr/>
          <p:nvPr/>
        </p:nvSpPr>
        <p:spPr>
          <a:xfrm>
            <a:off x="742949" y="1924050"/>
            <a:ext cx="7305676" cy="1938992"/>
          </a:xfrm>
          <a:prstGeom prst="rect">
            <a:avLst/>
          </a:prstGeom>
        </p:spPr>
        <p:txBody>
          <a:bodyPr wrap="square">
            <a:spAutoFit/>
          </a:bodyPr>
          <a:lstStyle/>
          <a:p>
            <a:r>
              <a:rPr lang="tr-TR" sz="2400" dirty="0"/>
              <a:t>Okuduğumuz bazı metinleri daha kolay anlarken bazılarını daha zor anlarız. Bazen de yeterince anlamayız. </a:t>
            </a:r>
          </a:p>
          <a:p>
            <a:endParaRPr lang="tr-TR" sz="2400" dirty="0"/>
          </a:p>
          <a:p>
            <a:pPr algn="ctr"/>
            <a:r>
              <a:rPr lang="tr-TR" sz="2400" dirty="0"/>
              <a:t>                Pekiyi anlamamızı sağlayan etkenler </a:t>
            </a:r>
            <a:r>
              <a:rPr lang="tr-TR" sz="2400" dirty="0" smtClean="0"/>
              <a:t>nelerdir? </a:t>
            </a:r>
            <a:endParaRPr lang="tr-TR" sz="2400" dirty="0"/>
          </a:p>
          <a:p>
            <a:pPr algn="ctr"/>
            <a:endParaRPr lang="tr-TR" sz="2400" dirty="0"/>
          </a:p>
        </p:txBody>
      </p:sp>
      <p:pic>
        <p:nvPicPr>
          <p:cNvPr id="11" name="10 Resim" descr="500_F_206114788_GVozN6eUJpztlsyRlMSg6XvirpEeY4pe.jpg"/>
          <p:cNvPicPr>
            <a:picLocks noChangeAspect="1"/>
          </p:cNvPicPr>
          <p:nvPr/>
        </p:nvPicPr>
        <p:blipFill>
          <a:blip r:embed="rId4"/>
          <a:srcRect l="10000" b="16875"/>
          <a:stretch>
            <a:fillRect/>
          </a:stretch>
        </p:blipFill>
        <p:spPr>
          <a:xfrm>
            <a:off x="7772398" y="2771775"/>
            <a:ext cx="1371600" cy="1266825"/>
          </a:xfrm>
          <a:prstGeom prst="rect">
            <a:avLst/>
          </a:prstGeom>
        </p:spPr>
      </p:pic>
    </p:spTree>
    <p:extLst>
      <p:ext uri="{BB962C8B-B14F-4D97-AF65-F5344CB8AC3E}">
        <p14:creationId xmlns:p14="http://schemas.microsoft.com/office/powerpoint/2010/main" xmlns="" val="199427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19125" y="1112704"/>
            <a:ext cx="7400925" cy="2554545"/>
          </a:xfrm>
          <a:prstGeom prst="rect">
            <a:avLst/>
          </a:prstGeom>
        </p:spPr>
        <p:txBody>
          <a:bodyPr wrap="square">
            <a:spAutoFit/>
          </a:bodyPr>
          <a:lstStyle/>
          <a:p>
            <a:pPr algn="just"/>
            <a:r>
              <a:rPr lang="tr-TR" sz="2000" dirty="0" smtClean="0"/>
              <a:t> Okuma becerisini birden kazanmak mümkün değildir, okuma eyleminin üstünde düşünülmesi gereken hayat boyu geliştirilecek karmaşık süreçleri içeren bir beceri olduğu unutulmamalıdır.  </a:t>
            </a:r>
            <a:r>
              <a:rPr lang="tr-TR" sz="2000" dirty="0"/>
              <a:t>Örneğin, bir masal her düzeyde okunabilir ancak metnin anlaşılması ve alımlanması her yaşta değişir. </a:t>
            </a:r>
            <a:r>
              <a:rPr lang="tr-TR" sz="2000" dirty="0" smtClean="0"/>
              <a:t>Metindeki temel anlam aynı kalmakla birlikte kişinin okuma birikimi, çözümleme yaklaşımı, üzerine düşünme şekli, yaşı, deneyimleri gibi pek çok unsur metnin anlaşılması ve alımlanmasını değiştirir. </a:t>
            </a:r>
            <a:endParaRPr lang="tr-TR" sz="2000" dirty="0"/>
          </a:p>
        </p:txBody>
      </p:sp>
    </p:spTree>
    <p:extLst>
      <p:ext uri="{BB962C8B-B14F-4D97-AF65-F5344CB8AC3E}">
        <p14:creationId xmlns:p14="http://schemas.microsoft.com/office/powerpoint/2010/main" xmlns="" val="1994271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771525" y="1219199"/>
            <a:ext cx="8239125" cy="3046988"/>
          </a:xfrm>
          <a:prstGeom prst="rect">
            <a:avLst/>
          </a:prstGeom>
        </p:spPr>
        <p:txBody>
          <a:bodyPr wrap="square" numCol="1">
            <a:spAutoFit/>
          </a:bodyPr>
          <a:lstStyle/>
          <a:p>
            <a:r>
              <a:rPr lang="tr-TR" sz="2400" b="1" dirty="0"/>
              <a:t>Okuma ile ilgili temelde altı becerinin kazanılmış olması gerekir: </a:t>
            </a:r>
          </a:p>
          <a:p>
            <a:pPr marL="457200" indent="-457200"/>
            <a:r>
              <a:rPr lang="tr-TR" sz="2400" dirty="0"/>
              <a:t>1. Kod Çözme/Çözümleme </a:t>
            </a:r>
          </a:p>
          <a:p>
            <a:pPr marL="457200" indent="-457200"/>
            <a:r>
              <a:rPr lang="tr-TR" sz="2400" dirty="0"/>
              <a:t>2. </a:t>
            </a:r>
            <a:r>
              <a:rPr lang="tr-TR" sz="2400" dirty="0" smtClean="0"/>
              <a:t>Akıcılık</a:t>
            </a:r>
            <a:endParaRPr lang="tr-TR" sz="2400" dirty="0"/>
          </a:p>
          <a:p>
            <a:pPr marL="457200" indent="-457200"/>
            <a:r>
              <a:rPr lang="tr-TR" sz="2400" dirty="0"/>
              <a:t>3. Sözcük </a:t>
            </a:r>
            <a:r>
              <a:rPr lang="tr-TR" sz="2400" dirty="0" smtClean="0"/>
              <a:t>bilgisi</a:t>
            </a:r>
            <a:endParaRPr lang="tr-TR" sz="2400" dirty="0"/>
          </a:p>
          <a:p>
            <a:pPr marL="457200" indent="-457200"/>
            <a:r>
              <a:rPr lang="tr-TR" sz="2400" dirty="0"/>
              <a:t>4. Cümle kurma ve </a:t>
            </a:r>
            <a:r>
              <a:rPr lang="tr-TR" sz="2400" dirty="0" smtClean="0"/>
              <a:t>bağdaşıklık</a:t>
            </a:r>
            <a:endParaRPr lang="tr-TR" sz="2400" dirty="0"/>
          </a:p>
          <a:p>
            <a:pPr marL="457200" indent="-457200"/>
            <a:r>
              <a:rPr lang="tr-TR" sz="2400" dirty="0"/>
              <a:t>5. Akıl yürütme ve geçmiş </a:t>
            </a:r>
            <a:r>
              <a:rPr lang="tr-TR" sz="2400" dirty="0" smtClean="0"/>
              <a:t>bilgiler</a:t>
            </a:r>
            <a:endParaRPr lang="tr-TR" sz="2400" dirty="0"/>
          </a:p>
          <a:p>
            <a:pPr marL="457200" indent="-457200"/>
            <a:r>
              <a:rPr lang="tr-TR" sz="2400" dirty="0"/>
              <a:t>6. İşleyen bellek ve </a:t>
            </a:r>
            <a:r>
              <a:rPr lang="tr-TR" sz="2400" dirty="0" smtClean="0"/>
              <a:t>dikkat</a:t>
            </a:r>
            <a:endParaRPr lang="tr-TR" sz="2400" dirty="0"/>
          </a:p>
          <a:p>
            <a:endParaRPr lang="tr-TR" sz="2400" b="1" dirty="0">
              <a:solidFill>
                <a:srgbClr val="FF0000"/>
              </a:solidFill>
            </a:endParaRPr>
          </a:p>
        </p:txBody>
      </p:sp>
    </p:spTree>
    <p:extLst>
      <p:ext uri="{BB962C8B-B14F-4D97-AF65-F5344CB8AC3E}">
        <p14:creationId xmlns:p14="http://schemas.microsoft.com/office/powerpoint/2010/main" xmlns="" val="1994271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5 Diyagram"/>
          <p:cNvGraphicFramePr/>
          <p:nvPr>
            <p:extLst>
              <p:ext uri="{D42A27DB-BD31-4B8C-83A1-F6EECF244321}">
                <p14:modId xmlns:p14="http://schemas.microsoft.com/office/powerpoint/2010/main" xmlns="" val="4150054163"/>
              </p:ext>
            </p:extLst>
          </p:nvPr>
        </p:nvGraphicFramePr>
        <p:xfrm>
          <a:off x="304798" y="158496"/>
          <a:ext cx="8534399" cy="4581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6 Dikdörtgen"/>
          <p:cNvSpPr/>
          <p:nvPr/>
        </p:nvSpPr>
        <p:spPr>
          <a:xfrm>
            <a:off x="2690299" y="4586397"/>
            <a:ext cx="4117667" cy="307777"/>
          </a:xfrm>
          <a:prstGeom prst="rect">
            <a:avLst/>
          </a:prstGeom>
        </p:spPr>
        <p:txBody>
          <a:bodyPr wrap="none">
            <a:spAutoFit/>
          </a:bodyPr>
          <a:lstStyle/>
          <a:p>
            <a:pPr lvl="0" algn="ctr" defTabSz="914400" fontAlgn="base">
              <a:spcBef>
                <a:spcPct val="0"/>
              </a:spcBef>
              <a:spcAft>
                <a:spcPct val="0"/>
              </a:spcAft>
            </a:pPr>
            <a:r>
              <a:rPr lang="tr-TR" sz="1400" b="1" dirty="0">
                <a:latin typeface="Times New Roman" pitchFamily="18" charset="0"/>
                <a:cs typeface="Times New Roman" pitchFamily="18" charset="0"/>
              </a:rPr>
              <a:t>3. Şekil: Okuma ile İlgili Altı Temel Beceri Şablonu</a:t>
            </a:r>
            <a:endParaRPr lang="tr-TR" sz="2400" b="1" dirty="0">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232012" y="354843"/>
            <a:ext cx="8734567" cy="4401205"/>
          </a:xfrm>
          <a:prstGeom prst="rect">
            <a:avLst/>
          </a:prstGeom>
        </p:spPr>
        <p:txBody>
          <a:bodyPr wrap="square">
            <a:spAutoFit/>
          </a:bodyPr>
          <a:lstStyle/>
          <a:p>
            <a:pPr marL="457200" lvl="0" indent="-457200"/>
            <a:endParaRPr lang="tr-TR" sz="2000" b="1" dirty="0"/>
          </a:p>
          <a:p>
            <a:pPr marL="457200" lvl="0" indent="-457200"/>
            <a:endParaRPr lang="tr-TR" sz="2000" b="1" dirty="0"/>
          </a:p>
          <a:p>
            <a:pPr marL="457200" lvl="0" indent="-457200"/>
            <a:endParaRPr lang="tr-TR" sz="2000" b="1" dirty="0"/>
          </a:p>
          <a:p>
            <a:pPr marL="457200" lvl="0" indent="-457200"/>
            <a:r>
              <a:rPr lang="tr-TR" sz="2000" b="1" dirty="0"/>
              <a:t>          3. 1. Kod Çözme/Çözümleme </a:t>
            </a:r>
          </a:p>
          <a:p>
            <a:pPr marL="457200" indent="-457200" algn="just"/>
            <a:r>
              <a:rPr lang="tr-TR" sz="2000" dirty="0"/>
              <a:t>        Okumanın ilk aşaması elbette kod çözme ya da çözümleme dediğimiz aşamadır. Bu ilk aşama, kod çözme erken bir dil becerisi olan </a:t>
            </a:r>
            <a:r>
              <a:rPr lang="tr-TR" sz="2000" dirty="0" err="1"/>
              <a:t>fonemik</a:t>
            </a:r>
            <a:r>
              <a:rPr lang="tr-TR" sz="2000" dirty="0"/>
              <a:t> farkındalık (</a:t>
            </a:r>
            <a:r>
              <a:rPr lang="tr-TR" sz="2000" dirty="0" err="1"/>
              <a:t>phonemic</a:t>
            </a:r>
            <a:r>
              <a:rPr lang="tr-TR" sz="2000" dirty="0"/>
              <a:t> </a:t>
            </a:r>
            <a:r>
              <a:rPr lang="tr-TR" sz="2000" dirty="0" err="1"/>
              <a:t>awareness</a:t>
            </a:r>
            <a:r>
              <a:rPr lang="tr-TR" sz="2000" dirty="0"/>
              <a:t>) üzerinde yükselir. “Fonemler, konuşma dilini oluşturan en küçük birimlerdir” (</a:t>
            </a:r>
            <a:r>
              <a:rPr lang="tr-TR" sz="2000" i="1" dirty="0" err="1"/>
              <a:t>National</a:t>
            </a:r>
            <a:r>
              <a:rPr lang="tr-TR" sz="2000" i="1" dirty="0"/>
              <a:t> </a:t>
            </a:r>
            <a:r>
              <a:rPr lang="tr-TR" sz="2000" i="1" dirty="0" err="1"/>
              <a:t>Reading</a:t>
            </a:r>
            <a:r>
              <a:rPr lang="tr-TR" sz="2000" i="1" dirty="0"/>
              <a:t> Panel</a:t>
            </a:r>
            <a:r>
              <a:rPr lang="tr-TR" sz="2000" dirty="0"/>
              <a:t>, 2-10). </a:t>
            </a:r>
            <a:r>
              <a:rPr lang="tr-TR" sz="2000" i="1" dirty="0" err="1"/>
              <a:t>National</a:t>
            </a:r>
            <a:r>
              <a:rPr lang="tr-TR" sz="2000" i="1" dirty="0"/>
              <a:t> Reading Panel </a:t>
            </a:r>
            <a:r>
              <a:rPr lang="tr-TR" sz="2000" dirty="0"/>
              <a:t>kitapçığında, </a:t>
            </a:r>
            <a:r>
              <a:rPr lang="tr-TR" sz="2000" dirty="0" err="1"/>
              <a:t>fonemik</a:t>
            </a:r>
            <a:r>
              <a:rPr lang="tr-TR" sz="2000" dirty="0"/>
              <a:t> farkındalık “konuşulan kelimelerdeki fonemlere odaklanma ve bunları manipüle etme yeteneği” (s.28) şeklinde açıklanır. </a:t>
            </a:r>
          </a:p>
          <a:p>
            <a:pPr marL="457200" lvl="0" indent="-457200"/>
            <a:endParaRPr lang="tr-TR" sz="2000" b="1" dirty="0"/>
          </a:p>
          <a:p>
            <a:pPr lvl="0"/>
            <a:endParaRPr lang="tr-TR" sz="2000" b="1" dirty="0"/>
          </a:p>
          <a:p>
            <a:pPr marL="457200" lvl="0" indent="-457200"/>
            <a:endParaRPr lang="tr-TR" sz="2000" b="1" dirty="0"/>
          </a:p>
        </p:txBody>
      </p:sp>
    </p:spTree>
    <p:extLst>
      <p:ext uri="{BB962C8B-B14F-4D97-AF65-F5344CB8AC3E}">
        <p14:creationId xmlns:p14="http://schemas.microsoft.com/office/powerpoint/2010/main" xmlns="" val="199427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619125" y="1114423"/>
            <a:ext cx="7686675" cy="3108543"/>
          </a:xfrm>
          <a:prstGeom prst="rect">
            <a:avLst/>
          </a:prstGeom>
        </p:spPr>
        <p:txBody>
          <a:bodyPr wrap="square">
            <a:spAutoFit/>
          </a:bodyPr>
          <a:lstStyle/>
          <a:p>
            <a:pPr algn="just"/>
            <a:r>
              <a:rPr lang="tr-TR" sz="2800" dirty="0"/>
              <a:t>Seslerin farkında olmak, kelimelerle yapılan ses oyunlarını anlamayı sağlar. Tekerlemeler, bilmeceler gibi sözlü anlatı türleri ile çocukların erken dönemde seslerle, sesten yola çıkarak kelimelerle oynaması bu anlamda önemlidir. Bireyler seslerden yola çıkarak kelimelerdeki sesleri seçme, ekleme ve birleştirme konusunda farkındalık kazanır.</a:t>
            </a:r>
            <a:endParaRPr lang="en-US" sz="2800" dirty="0"/>
          </a:p>
        </p:txBody>
      </p:sp>
    </p:spTree>
    <p:extLst>
      <p:ext uri="{BB962C8B-B14F-4D97-AF65-F5344CB8AC3E}">
        <p14:creationId xmlns:p14="http://schemas.microsoft.com/office/powerpoint/2010/main" xmlns="" val="1994271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552450" y="1070452"/>
            <a:ext cx="7791450" cy="3693319"/>
          </a:xfrm>
          <a:prstGeom prst="rect">
            <a:avLst/>
          </a:prstGeom>
        </p:spPr>
        <p:txBody>
          <a:bodyPr wrap="square">
            <a:spAutoFit/>
          </a:bodyPr>
          <a:lstStyle/>
          <a:p>
            <a:pPr algn="just"/>
            <a:r>
              <a:rPr lang="tr-TR" sz="1800" dirty="0"/>
              <a:t>Mâni, tekerleme ve bilmece gibi hem sözlü hem de yazılı kültürün parçası anlatı unsurları da bu anlamda faydalı olabilir. Örneğin aşağıdaki tekerlemede ses tekrarları oyunun bir parçası hâline gelir.</a:t>
            </a:r>
          </a:p>
          <a:p>
            <a:pPr algn="just"/>
            <a:endParaRPr lang="tr-TR" sz="1800" dirty="0"/>
          </a:p>
          <a:p>
            <a:r>
              <a:rPr lang="tr-TR" sz="1800" dirty="0"/>
              <a:t>Bir elmayı alladım </a:t>
            </a:r>
          </a:p>
          <a:p>
            <a:r>
              <a:rPr lang="tr-TR" sz="1800" dirty="0"/>
              <a:t>İstanbul’a yolladım </a:t>
            </a:r>
          </a:p>
          <a:p>
            <a:r>
              <a:rPr lang="tr-TR" sz="1800" dirty="0"/>
              <a:t>İstanbul’un kadiri </a:t>
            </a:r>
          </a:p>
          <a:p>
            <a:r>
              <a:rPr lang="tr-TR" sz="1800" dirty="0"/>
              <a:t>Cehennemin çadırı </a:t>
            </a:r>
          </a:p>
          <a:p>
            <a:r>
              <a:rPr lang="tr-TR" sz="1800" dirty="0"/>
              <a:t>Nal, mıh, fındık, fıstık </a:t>
            </a:r>
          </a:p>
          <a:p>
            <a:r>
              <a:rPr lang="tr-TR" sz="1800" dirty="0"/>
              <a:t>Sen çık!</a:t>
            </a:r>
          </a:p>
          <a:p>
            <a:r>
              <a:rPr lang="tr-TR" sz="1800" dirty="0"/>
              <a:t>(Duymaz, 2019, s.13). </a:t>
            </a:r>
          </a:p>
          <a:p>
            <a:pPr algn="just"/>
            <a:endParaRPr lang="tr-TR" sz="1800" dirty="0"/>
          </a:p>
          <a:p>
            <a:pPr algn="just"/>
            <a:endParaRPr lang="tr-TR" sz="1800" dirty="0"/>
          </a:p>
        </p:txBody>
      </p:sp>
    </p:spTree>
    <p:extLst>
      <p:ext uri="{BB962C8B-B14F-4D97-AF65-F5344CB8AC3E}">
        <p14:creationId xmlns:p14="http://schemas.microsoft.com/office/powerpoint/2010/main" xmlns="" val="1994271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6 Dikdörtgen"/>
          <p:cNvSpPr/>
          <p:nvPr/>
        </p:nvSpPr>
        <p:spPr>
          <a:xfrm>
            <a:off x="668740" y="849219"/>
            <a:ext cx="8027585" cy="3477875"/>
          </a:xfrm>
          <a:prstGeom prst="rect">
            <a:avLst/>
          </a:prstGeom>
        </p:spPr>
        <p:txBody>
          <a:bodyPr wrap="square">
            <a:spAutoFit/>
          </a:bodyPr>
          <a:lstStyle/>
          <a:p>
            <a:r>
              <a:rPr lang="tr-TR" sz="2000" b="1" dirty="0"/>
              <a:t>3. 2. Akıcılık</a:t>
            </a:r>
            <a:endParaRPr lang="tr-TR" sz="2000" dirty="0"/>
          </a:p>
          <a:p>
            <a:pPr algn="just"/>
            <a:r>
              <a:rPr lang="tr-TR" sz="2000" dirty="0"/>
              <a:t>Alfabe öğreniminde bütünden parçaya ya da parçadan bütüne farklı yaklaşımlar söz konusudur. Önce ses, sonra hece, kelime olabildiği gibi; kelime, hece ve ses şeklinde de okuma öğrenilebilir. Akıcılığın kazanılması için seslerin, hecelerin, kelimelerin ve kelimelerin oluşturduğu bağlam bütünlüğünün anlaşılması gerekir. Sözcükleri tanımak ve beyinde anlamlandırmak bilişsel ve duyuşsal süreçlerin çalıştığı bir işlemi ifade eder. </a:t>
            </a:r>
          </a:p>
          <a:p>
            <a:pPr algn="just"/>
            <a:r>
              <a:rPr lang="tr-TR" sz="2000" dirty="0"/>
              <a:t>Akıcılık belirli hızda okumayı gerçekleştirmektir. Akıcı okuma okurun metni doğru, hızlı ve uygun bir ifade ile anlamasıdır (</a:t>
            </a:r>
            <a:r>
              <a:rPr lang="tr-TR" sz="2000" dirty="0" err="1"/>
              <a:t>Nichols</a:t>
            </a:r>
            <a:r>
              <a:rPr lang="tr-TR" sz="2000" dirty="0"/>
              <a:t>, </a:t>
            </a:r>
            <a:r>
              <a:rPr lang="tr-TR" sz="2000" dirty="0" err="1"/>
              <a:t>Rupley</a:t>
            </a:r>
            <a:r>
              <a:rPr lang="tr-TR" sz="2000" dirty="0"/>
              <a:t> ve </a:t>
            </a:r>
            <a:r>
              <a:rPr lang="tr-TR" sz="2000" dirty="0" err="1"/>
              <a:t>Rasinski</a:t>
            </a:r>
            <a:r>
              <a:rPr lang="tr-TR" sz="2000" dirty="0"/>
              <a:t>, 2009; </a:t>
            </a:r>
            <a:r>
              <a:rPr lang="tr-TR" sz="2000" dirty="0" err="1"/>
              <a:t>Kuhn</a:t>
            </a:r>
            <a:r>
              <a:rPr lang="tr-TR" sz="2000" dirty="0"/>
              <a:t>, </a:t>
            </a:r>
            <a:r>
              <a:rPr lang="tr-TR" sz="2000" dirty="0" err="1"/>
              <a:t>Schwanenflugel</a:t>
            </a:r>
            <a:r>
              <a:rPr lang="tr-TR" sz="2000" dirty="0"/>
              <a:t> ve </a:t>
            </a:r>
            <a:r>
              <a:rPr lang="tr-TR" sz="2000" dirty="0" err="1"/>
              <a:t>Meisinger</a:t>
            </a:r>
            <a:r>
              <a:rPr lang="tr-TR" sz="2000" dirty="0"/>
              <a:t>, 2010’dan </a:t>
            </a:r>
            <a:r>
              <a:rPr lang="tr-TR" sz="2000" dirty="0" err="1"/>
              <a:t>akt</a:t>
            </a:r>
            <a:r>
              <a:rPr lang="tr-TR" sz="2000" dirty="0"/>
              <a:t>. Değirmenci, 2014, s. 33). </a:t>
            </a:r>
          </a:p>
        </p:txBody>
      </p:sp>
    </p:spTree>
    <p:extLst>
      <p:ext uri="{BB962C8B-B14F-4D97-AF65-F5344CB8AC3E}">
        <p14:creationId xmlns:p14="http://schemas.microsoft.com/office/powerpoint/2010/main" xmlns="" val="199427196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10 Diyagram"/>
          <p:cNvGraphicFramePr/>
          <p:nvPr/>
        </p:nvGraphicFramePr>
        <p:xfrm>
          <a:off x="846160" y="849219"/>
          <a:ext cx="7506269" cy="3709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11 Dikdörtgen"/>
          <p:cNvSpPr/>
          <p:nvPr/>
        </p:nvSpPr>
        <p:spPr>
          <a:xfrm>
            <a:off x="3283153" y="4404463"/>
            <a:ext cx="2729979" cy="307777"/>
          </a:xfrm>
          <a:prstGeom prst="rect">
            <a:avLst/>
          </a:prstGeom>
        </p:spPr>
        <p:txBody>
          <a:bodyPr wrap="none">
            <a:spAutoFit/>
          </a:bodyPr>
          <a:lstStyle/>
          <a:p>
            <a:pPr lvl="0" algn="ctr" defTabSz="914400" fontAlgn="base">
              <a:spcBef>
                <a:spcPct val="0"/>
              </a:spcBef>
              <a:spcAft>
                <a:spcPct val="0"/>
              </a:spcAft>
            </a:pPr>
            <a:r>
              <a:rPr lang="tr-TR" sz="1400" b="1" dirty="0">
                <a:latin typeface="Times New Roman" pitchFamily="18" charset="0"/>
                <a:cs typeface="Times New Roman" pitchFamily="18" charset="0"/>
              </a:rPr>
              <a:t>4. Şekil: Akıcı Okumanın Ögeleri</a:t>
            </a:r>
            <a:endParaRPr lang="tr-TR" sz="2400" b="1" dirty="0">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6 Dikdörtgen"/>
          <p:cNvSpPr/>
          <p:nvPr/>
        </p:nvSpPr>
        <p:spPr>
          <a:xfrm>
            <a:off x="914398" y="1076325"/>
            <a:ext cx="7438031" cy="3046988"/>
          </a:xfrm>
          <a:prstGeom prst="rect">
            <a:avLst/>
          </a:prstGeom>
        </p:spPr>
        <p:txBody>
          <a:bodyPr wrap="square">
            <a:spAutoFit/>
          </a:bodyPr>
          <a:lstStyle/>
          <a:p>
            <a:pPr algn="just"/>
            <a:r>
              <a:rPr lang="tr-TR" sz="2400" b="1" dirty="0"/>
              <a:t>3.2.1.Doğruluk</a:t>
            </a:r>
            <a:r>
              <a:rPr lang="tr-TR" sz="2400" dirty="0"/>
              <a:t>, sözcükleri doğru tanımak ve anlayabilmektir. Kelimelerin göz tarafından hızla taranarak görüntünün beyinde işlenmesi ile kelimelerin anlamının zihinsel süreçlerle tanınmasıdır. Okuduğunu anlamada ses, seslerin bir araya gelmesi, kelime bütünlüğünün kavranması doğruluğun aşamalarıdır. Fonolojik farkındalığın eksikliği okuma eyleminin gerçekleşmesini engeller.  </a:t>
            </a:r>
          </a:p>
        </p:txBody>
      </p:sp>
    </p:spTree>
    <p:extLst>
      <p:ext uri="{BB962C8B-B14F-4D97-AF65-F5344CB8AC3E}">
        <p14:creationId xmlns:p14="http://schemas.microsoft.com/office/powerpoint/2010/main" xmlns="" val="1994271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86854" y="849219"/>
            <a:ext cx="7983940" cy="3108543"/>
          </a:xfrm>
          <a:prstGeom prst="rect">
            <a:avLst/>
          </a:prstGeom>
        </p:spPr>
        <p:txBody>
          <a:bodyPr wrap="square">
            <a:spAutoFit/>
          </a:bodyPr>
          <a:lstStyle/>
          <a:p>
            <a:pPr algn="just"/>
            <a:r>
              <a:rPr lang="tr-TR" sz="2800" b="1" dirty="0"/>
              <a:t>3.2.2.Prozodi</a:t>
            </a:r>
            <a:r>
              <a:rPr lang="tr-TR" sz="2800" dirty="0"/>
              <a:t> ise </a:t>
            </a:r>
            <a:r>
              <a:rPr lang="tr-TR" sz="2800" dirty="0" err="1"/>
              <a:t>linguistik</a:t>
            </a:r>
            <a:r>
              <a:rPr lang="tr-TR" sz="2800" dirty="0"/>
              <a:t> bir terimdir. Konuşmanın </a:t>
            </a:r>
            <a:r>
              <a:rPr lang="tr-TR" sz="2800" b="1" dirty="0"/>
              <a:t>ritmik</a:t>
            </a:r>
            <a:r>
              <a:rPr lang="tr-TR" sz="2800" dirty="0"/>
              <a:t> ve </a:t>
            </a:r>
            <a:r>
              <a:rPr lang="tr-TR" sz="2800" b="1" dirty="0" err="1"/>
              <a:t>tonal</a:t>
            </a:r>
            <a:r>
              <a:rPr lang="tr-TR" sz="2800" b="1" dirty="0"/>
              <a:t> </a:t>
            </a:r>
            <a:r>
              <a:rPr lang="tr-TR" sz="2800" dirty="0"/>
              <a:t>yönlerini tanımlar. </a:t>
            </a:r>
            <a:r>
              <a:rPr lang="tr-TR" sz="2800" dirty="0" err="1"/>
              <a:t>Prozodik</a:t>
            </a:r>
            <a:r>
              <a:rPr lang="tr-TR" sz="2800" dirty="0"/>
              <a:t> özellikler farklı varyasyonlardan oluşur: </a:t>
            </a:r>
            <a:r>
              <a:rPr lang="tr-TR" sz="2800" b="1" dirty="0"/>
              <a:t>tonlama</a:t>
            </a:r>
            <a:r>
              <a:rPr lang="tr-TR" sz="2800" dirty="0"/>
              <a:t>, </a:t>
            </a:r>
            <a:r>
              <a:rPr lang="tr-TR" sz="2800" b="1" dirty="0"/>
              <a:t>vurgu</a:t>
            </a:r>
            <a:r>
              <a:rPr lang="tr-TR" sz="2800" dirty="0"/>
              <a:t> kalıpları (hece belirginliği), süre. Bunlar bir metnin anlamlı bir şekilde okunmasına katkıda bulunur. </a:t>
            </a:r>
            <a:r>
              <a:rPr lang="tr-TR" sz="2800" i="1" dirty="0"/>
              <a:t>TDK Güncel Türkçe </a:t>
            </a:r>
            <a:r>
              <a:rPr lang="tr-TR" sz="2800" i="1" dirty="0" err="1"/>
              <a:t>Sözlük</a:t>
            </a:r>
            <a:r>
              <a:rPr lang="tr-TR" sz="2800" dirty="0" err="1"/>
              <a:t>’te</a:t>
            </a:r>
            <a:r>
              <a:rPr lang="tr-TR" sz="2800" dirty="0"/>
              <a:t> ise </a:t>
            </a:r>
            <a:r>
              <a:rPr lang="tr-TR" sz="2800" b="1" dirty="0"/>
              <a:t>prozodi</a:t>
            </a:r>
            <a:r>
              <a:rPr lang="tr-TR" sz="2800" dirty="0"/>
              <a:t>, “</a:t>
            </a:r>
            <a:r>
              <a:rPr lang="tr-TR" sz="2800" b="1" dirty="0"/>
              <a:t>Vurgu</a:t>
            </a:r>
            <a:r>
              <a:rPr lang="tr-TR" sz="2800" dirty="0"/>
              <a:t>, </a:t>
            </a:r>
            <a:r>
              <a:rPr lang="tr-TR" sz="2800" b="1" dirty="0"/>
              <a:t>durak</a:t>
            </a:r>
            <a:r>
              <a:rPr lang="tr-TR" sz="2800" dirty="0"/>
              <a:t>, </a:t>
            </a:r>
            <a:r>
              <a:rPr lang="tr-TR" sz="2800" b="1" dirty="0"/>
              <a:t>ezgi</a:t>
            </a:r>
            <a:r>
              <a:rPr lang="tr-TR" sz="2800" dirty="0"/>
              <a:t> gibi </a:t>
            </a:r>
            <a:r>
              <a:rPr lang="tr-TR" sz="2800" b="1" dirty="0"/>
              <a:t>ses bilgisi </a:t>
            </a:r>
            <a:r>
              <a:rPr lang="tr-TR" sz="2800" dirty="0"/>
              <a:t>ögelerinin tamamı” şeklinde açıklanır. </a:t>
            </a:r>
          </a:p>
        </p:txBody>
      </p:sp>
    </p:spTree>
    <p:extLst>
      <p:ext uri="{BB962C8B-B14F-4D97-AF65-F5344CB8AC3E}">
        <p14:creationId xmlns:p14="http://schemas.microsoft.com/office/powerpoint/2010/main" xmlns="" val="1994271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13 Diyagram"/>
          <p:cNvGraphicFramePr/>
          <p:nvPr/>
        </p:nvGraphicFramePr>
        <p:xfrm>
          <a:off x="1105468" y="1091821"/>
          <a:ext cx="7492621" cy="29752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577" name="Text Box 1"/>
          <p:cNvSpPr txBox="1">
            <a:spLocks noChangeArrowheads="1"/>
          </p:cNvSpPr>
          <p:nvPr/>
        </p:nvSpPr>
        <p:spPr bwMode="auto">
          <a:xfrm>
            <a:off x="3705225" y="4067033"/>
            <a:ext cx="2324100" cy="16927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tr-TR" sz="1100" b="1" i="0" u="none" strike="noStrike" cap="none" normalizeH="0" baseline="0" dirty="0">
                <a:ln>
                  <a:noFill/>
                </a:ln>
                <a:solidFill>
                  <a:srgbClr val="000000"/>
                </a:solidFill>
                <a:effectLst/>
                <a:latin typeface="Times New Roman" pitchFamily="18" charset="0"/>
                <a:cs typeface="Arial" pitchFamily="34" charset="0"/>
              </a:rPr>
              <a:t>5. Şekil : Prozodinin Ögeleri</a:t>
            </a:r>
            <a:endParaRPr kumimoji="0" lang="tr-T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1238250" y="1240617"/>
            <a:ext cx="6924675" cy="2246769"/>
          </a:xfrm>
          <a:prstGeom prst="rect">
            <a:avLst/>
          </a:prstGeom>
        </p:spPr>
        <p:txBody>
          <a:bodyPr wrap="square">
            <a:spAutoFit/>
          </a:bodyPr>
          <a:lstStyle/>
          <a:p>
            <a:pPr algn="just"/>
            <a:r>
              <a:rPr lang="tr-TR" sz="2000" b="1" dirty="0"/>
              <a:t>3.2.3. Hız</a:t>
            </a:r>
            <a:r>
              <a:rPr lang="tr-TR" sz="2000" dirty="0"/>
              <a:t> ise, metni bütün olarak anlamayı sağlayacak bir süreyi ifade eder. Metnin kavranıp anlaşılabilmesi için ses, sözcük ve cümle bütünlüğünün anlaşılması için bu gereklidir. Burada hız kavramı, akıcılık ile bağdaştırılır. Sözcüklerin cümle içindeki bağlamını anlayabilmek için belirli bir ritimde okumak esastır. </a:t>
            </a:r>
          </a:p>
          <a:p>
            <a:pPr algn="just"/>
            <a:endParaRPr lang="tr-TR" sz="2000" dirty="0"/>
          </a:p>
          <a:p>
            <a:pPr algn="just"/>
            <a:endParaRPr lang="en-US" sz="2000" dirty="0"/>
          </a:p>
        </p:txBody>
      </p:sp>
    </p:spTree>
    <p:extLst>
      <p:ext uri="{BB962C8B-B14F-4D97-AF65-F5344CB8AC3E}">
        <p14:creationId xmlns:p14="http://schemas.microsoft.com/office/powerpoint/2010/main" xmlns="" val="1994271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29" name="Rectangle 1"/>
          <p:cNvSpPr>
            <a:spLocks noChangeArrowheads="1"/>
          </p:cNvSpPr>
          <p:nvPr/>
        </p:nvSpPr>
        <p:spPr bwMode="auto">
          <a:xfrm>
            <a:off x="962025" y="849219"/>
            <a:ext cx="7067550" cy="3770239"/>
          </a:xfrm>
          <a:prstGeom prst="rect">
            <a:avLst/>
          </a:prstGeom>
          <a:noFill/>
          <a:ln w="9525">
            <a:noFill/>
            <a:miter lim="800000"/>
            <a:headEnd/>
            <a:tailEnd/>
          </a:ln>
          <a:effectLst/>
        </p:spPr>
        <p:txBody>
          <a:bodyPr vert="horz" wrap="square" lIns="91440" tIns="76176" rIns="91440" bIns="0" numCol="1" anchor="ctr" anchorCtr="0" compatLnSpc="1">
            <a:prstTxWarp prst="textNoShape">
              <a:avLst/>
            </a:prstTxWarp>
            <a:spAutoFit/>
          </a:bodyPr>
          <a:lstStyle/>
          <a:p>
            <a:pPr lvl="0" algn="just" defTabSz="914400" eaLnBrk="0" fontAlgn="base" hangingPunct="0">
              <a:spcBef>
                <a:spcPct val="0"/>
              </a:spcBef>
              <a:spcAft>
                <a:spcPct val="0"/>
              </a:spcAft>
            </a:pPr>
            <a:r>
              <a:rPr lang="tr-TR" sz="2400" b="1" dirty="0"/>
              <a:t>3. 3. Sözcük bilgisi</a:t>
            </a:r>
          </a:p>
          <a:p>
            <a:pPr lvl="0" algn="just" defTabSz="914400" eaLnBrk="0" fontAlgn="base" hangingPunct="0">
              <a:spcBef>
                <a:spcPct val="0"/>
              </a:spcBef>
              <a:spcAft>
                <a:spcPct val="0"/>
              </a:spcAft>
            </a:pPr>
            <a:r>
              <a:rPr lang="tr-TR" sz="2400" dirty="0"/>
              <a:t>Okuduğumuzu anlamada sözcük bilgisi önemlidir. Metni anlayabilmek için roman, makale ya da hangi türde bir metin olursa olsun metinde geçen kelimelerin çoğunu anlamamız gerekir. Güçlü bir sözcük dağarcığına sahip olmak, okuduğunu anlamanın önemli bir bileşenidir. Sözcük öğrenimi erken dönemde ailede, sonrasında okul hayatında öğrenimin her aşamasında devam eder. İnsan, hayatında deneyimler yolu ile günlük yaşamda ve okulda akademik yolla sözcük dağarcığını geliştirebilir.</a:t>
            </a:r>
            <a:endParaRPr kumimoji="0" lang="de-DE" altLang="zh-CN" sz="24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704850" y="849219"/>
            <a:ext cx="7658099" cy="3539430"/>
          </a:xfrm>
          <a:prstGeom prst="rect">
            <a:avLst/>
          </a:prstGeom>
        </p:spPr>
        <p:txBody>
          <a:bodyPr wrap="square">
            <a:spAutoFit/>
          </a:bodyPr>
          <a:lstStyle/>
          <a:p>
            <a:pPr algn="just"/>
            <a:r>
              <a:rPr lang="tr-TR" sz="2800" dirty="0"/>
              <a:t>Çocukluk döneminde sözlü ortam, ilerleyen yaşlarda okul ve akademik yaşamı takip etmeyi sağlayan yazılı kültür sözcük dağarcığının gelişmesini sağlar. Birey ne kadar çok sözcüğe maruz kalır ise sözcük bilgisi orantılı olarak artar. Erken dönemde tekerlemeler, bilmeceler, şiirler gibi farklı türlerde eserler ezberletilerek çeşitli yollarla sözcük bilgisi oluşturulabilir.</a:t>
            </a:r>
            <a:endParaRPr lang="tr-TR" sz="2800" b="1" dirty="0"/>
          </a:p>
        </p:txBody>
      </p:sp>
    </p:spTree>
    <p:extLst>
      <p:ext uri="{BB962C8B-B14F-4D97-AF65-F5344CB8AC3E}">
        <p14:creationId xmlns:p14="http://schemas.microsoft.com/office/powerpoint/2010/main" xmlns="" val="1994271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695324" y="1114425"/>
            <a:ext cx="7915275" cy="3108543"/>
          </a:xfrm>
          <a:prstGeom prst="rect">
            <a:avLst/>
          </a:prstGeom>
        </p:spPr>
        <p:txBody>
          <a:bodyPr wrap="square">
            <a:spAutoFit/>
          </a:bodyPr>
          <a:lstStyle/>
          <a:p>
            <a:pPr algn="just"/>
            <a:r>
              <a:rPr lang="tr-TR" sz="2400" dirty="0"/>
              <a:t>“Kelimeler başlı başına bir olay, bir eylemdir.” </a:t>
            </a:r>
          </a:p>
          <a:p>
            <a:pPr algn="r"/>
            <a:r>
              <a:rPr lang="tr-TR" sz="2400" dirty="0" err="1"/>
              <a:t>Walter</a:t>
            </a:r>
            <a:r>
              <a:rPr lang="tr-TR" sz="2400" dirty="0"/>
              <a:t> </a:t>
            </a:r>
            <a:r>
              <a:rPr lang="tr-TR" sz="2400" dirty="0" err="1"/>
              <a:t>Ong</a:t>
            </a:r>
            <a:endParaRPr lang="tr-TR" sz="2400" dirty="0"/>
          </a:p>
          <a:p>
            <a:pPr algn="r"/>
            <a:endParaRPr lang="tr-TR" sz="2400" dirty="0"/>
          </a:p>
          <a:p>
            <a:pPr algn="just"/>
            <a:r>
              <a:rPr lang="tr-TR" sz="2400" dirty="0"/>
              <a:t>“Okuryazarlık gerçeğin uçuculuğunu, deneyimin o uçuşan kırılganlığını alıp </a:t>
            </a:r>
            <a:r>
              <a:rPr lang="tr-TR" sz="2400" dirty="0" err="1"/>
              <a:t>Keats’in</a:t>
            </a:r>
            <a:r>
              <a:rPr lang="tr-TR" sz="2400" dirty="0"/>
              <a:t> ünlü Grek Vazosu üzerindeki âşıklar için söylediği gibi ‘Sonsuza dek soluk alan, sonsuza dek genç kalan’ bir şeye dönüştürebiliyor.” </a:t>
            </a:r>
          </a:p>
          <a:p>
            <a:pPr algn="r"/>
            <a:r>
              <a:rPr lang="tr-TR" sz="2400" dirty="0" err="1"/>
              <a:t>Barry</a:t>
            </a:r>
            <a:r>
              <a:rPr lang="tr-TR" sz="2400" dirty="0"/>
              <a:t> </a:t>
            </a:r>
            <a:r>
              <a:rPr lang="tr-TR" sz="2400" dirty="0" err="1"/>
              <a:t>Sanders</a:t>
            </a:r>
            <a:endParaRPr lang="tr-TR" sz="2400" b="1" dirty="0"/>
          </a:p>
        </p:txBody>
      </p:sp>
    </p:spTree>
    <p:extLst>
      <p:ext uri="{BB962C8B-B14F-4D97-AF65-F5344CB8AC3E}">
        <p14:creationId xmlns:p14="http://schemas.microsoft.com/office/powerpoint/2010/main" xmlns="" val="2130907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95325" y="1371600"/>
            <a:ext cx="7477125" cy="2677656"/>
          </a:xfrm>
          <a:prstGeom prst="rect">
            <a:avLst/>
          </a:prstGeom>
        </p:spPr>
        <p:txBody>
          <a:bodyPr wrap="square">
            <a:spAutoFit/>
          </a:bodyPr>
          <a:lstStyle/>
          <a:p>
            <a:r>
              <a:rPr lang="tr-TR" sz="2400" b="1" dirty="0"/>
              <a:t>Uygulama örneği: </a:t>
            </a:r>
          </a:p>
          <a:p>
            <a:pPr algn="just"/>
            <a:r>
              <a:rPr lang="tr-TR" sz="2400" dirty="0"/>
              <a:t>“Sinema, sanatların en totaliter olanıdır. (…) </a:t>
            </a:r>
            <a:r>
              <a:rPr lang="tr-TR" sz="2400" dirty="0" err="1"/>
              <a:t>Caligula</a:t>
            </a:r>
            <a:r>
              <a:rPr lang="tr-TR" sz="2400" dirty="0"/>
              <a:t> tüm tebaası için tek bir boyun arzulardı, tek bir vuruşta tüm imparatorluğun başını uçurabilmek için. Sinema bu dönüştürücü araçtır işte. Beden gözler uğruna var olur sadece; bu iki yumuşak, aç gözlü mücevheri ayakta tutan kuru bir sapa dönüşür.” </a:t>
            </a:r>
            <a:r>
              <a:rPr lang="tr-TR" sz="2400" dirty="0" err="1"/>
              <a:t>Jim</a:t>
            </a:r>
            <a:r>
              <a:rPr lang="tr-TR" sz="2400" dirty="0"/>
              <a:t> </a:t>
            </a:r>
            <a:r>
              <a:rPr lang="tr-TR" sz="2400" dirty="0" err="1"/>
              <a:t>Morrison</a:t>
            </a:r>
            <a:endParaRPr lang="tr-TR" sz="2400" dirty="0"/>
          </a:p>
        </p:txBody>
      </p:sp>
    </p:spTree>
    <p:extLst>
      <p:ext uri="{BB962C8B-B14F-4D97-AF65-F5344CB8AC3E}">
        <p14:creationId xmlns:p14="http://schemas.microsoft.com/office/powerpoint/2010/main" xmlns="" val="2130907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95325" y="1533525"/>
            <a:ext cx="3686175" cy="2677656"/>
          </a:xfrm>
          <a:prstGeom prst="rect">
            <a:avLst/>
          </a:prstGeom>
        </p:spPr>
        <p:txBody>
          <a:bodyPr wrap="square">
            <a:spAutoFit/>
          </a:bodyPr>
          <a:lstStyle/>
          <a:p>
            <a:pPr algn="just"/>
            <a:r>
              <a:rPr lang="tr-TR" sz="1800" dirty="0"/>
              <a:t>Ses-hece-kelime-cümle ilişkisi zihnimizdeki bilişsel ve duyuşsal süreçler sonucu  metin örüntüsünü oluşturur. Şekildeki üçgen anlam bütünlüğünü yansıtan örüntüyü temsil eder. Metindeki parça-bütün ilişkisi okurun metindeki anlamı kavramasını sağlar. </a:t>
            </a:r>
          </a:p>
          <a:p>
            <a:pPr algn="just"/>
            <a:endParaRPr lang="tr-TR" sz="2400" dirty="0"/>
          </a:p>
        </p:txBody>
      </p:sp>
      <p:graphicFrame>
        <p:nvGraphicFramePr>
          <p:cNvPr id="7" name="6 Diyagram"/>
          <p:cNvGraphicFramePr/>
          <p:nvPr/>
        </p:nvGraphicFramePr>
        <p:xfrm>
          <a:off x="4705351" y="1276350"/>
          <a:ext cx="3591422" cy="2495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2162" name="Text Box 2"/>
          <p:cNvSpPr txBox="1">
            <a:spLocks noChangeArrowheads="1"/>
          </p:cNvSpPr>
          <p:nvPr/>
        </p:nvSpPr>
        <p:spPr bwMode="auto">
          <a:xfrm>
            <a:off x="4705351" y="3771900"/>
            <a:ext cx="3591422" cy="2154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lang="tr-TR" sz="1400" b="1" dirty="0">
                <a:solidFill>
                  <a:srgbClr val="000000"/>
                </a:solidFill>
                <a:latin typeface="Times New Roman" pitchFamily="18" charset="0"/>
                <a:cs typeface="Arial" pitchFamily="34" charset="0"/>
              </a:rPr>
              <a:t>6. Şekil</a:t>
            </a:r>
            <a:r>
              <a:rPr kumimoji="0" lang="tr-TR" sz="1400" b="1" i="0" u="none" strike="noStrike" cap="none" normalizeH="0" baseline="0" dirty="0">
                <a:ln>
                  <a:noFill/>
                </a:ln>
                <a:solidFill>
                  <a:srgbClr val="000000"/>
                </a:solidFill>
                <a:effectLst/>
                <a:latin typeface="Times New Roman" pitchFamily="18" charset="0"/>
                <a:cs typeface="Arial" pitchFamily="34" charset="0"/>
              </a:rPr>
              <a:t> : Anlam Örüntüsünü </a:t>
            </a:r>
            <a:r>
              <a:rPr lang="tr-TR" sz="1400" b="1" dirty="0">
                <a:solidFill>
                  <a:srgbClr val="000000"/>
                </a:solidFill>
                <a:latin typeface="Times New Roman" pitchFamily="18" charset="0"/>
                <a:cs typeface="Arial" pitchFamily="34" charset="0"/>
              </a:rPr>
              <a:t>O</a:t>
            </a:r>
            <a:r>
              <a:rPr kumimoji="0" lang="tr-TR" sz="1400" b="1" i="0" u="none" strike="noStrike" cap="none" normalizeH="0" baseline="0" dirty="0">
                <a:ln>
                  <a:noFill/>
                </a:ln>
                <a:solidFill>
                  <a:srgbClr val="000000"/>
                </a:solidFill>
                <a:effectLst/>
                <a:latin typeface="Times New Roman" pitchFamily="18" charset="0"/>
                <a:cs typeface="Arial" pitchFamily="34" charset="0"/>
              </a:rPr>
              <a:t>luşturan </a:t>
            </a:r>
            <a:r>
              <a:rPr lang="tr-TR" sz="1400" b="1" dirty="0">
                <a:solidFill>
                  <a:srgbClr val="000000"/>
                </a:solidFill>
                <a:latin typeface="Times New Roman" pitchFamily="18" charset="0"/>
                <a:cs typeface="Arial" pitchFamily="34" charset="0"/>
              </a:rPr>
              <a:t>Ö</a:t>
            </a:r>
            <a:r>
              <a:rPr kumimoji="0" lang="tr-TR" sz="1400" b="1" i="0" u="none" strike="noStrike" cap="none" normalizeH="0" baseline="0" dirty="0">
                <a:ln>
                  <a:noFill/>
                </a:ln>
                <a:solidFill>
                  <a:srgbClr val="000000"/>
                </a:solidFill>
                <a:effectLst/>
                <a:latin typeface="Times New Roman" pitchFamily="18" charset="0"/>
                <a:cs typeface="Arial" pitchFamily="34" charset="0"/>
              </a:rPr>
              <a:t>geler</a:t>
            </a:r>
            <a:endParaRPr kumimoji="0" lang="tr-TR" sz="14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30907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66775" y="849219"/>
            <a:ext cx="6953250" cy="3785652"/>
          </a:xfrm>
          <a:prstGeom prst="rect">
            <a:avLst/>
          </a:prstGeom>
        </p:spPr>
        <p:txBody>
          <a:bodyPr wrap="square">
            <a:spAutoFit/>
          </a:bodyPr>
          <a:lstStyle/>
          <a:p>
            <a:r>
              <a:rPr lang="tr-TR" sz="2000" b="1" dirty="0"/>
              <a:t>Sözcük dağarcığımızı geliştirmek için</a:t>
            </a:r>
            <a:r>
              <a:rPr lang="tr-TR" sz="2000" dirty="0"/>
              <a:t>:</a:t>
            </a:r>
          </a:p>
          <a:p>
            <a:r>
              <a:rPr lang="tr-TR" sz="2000" dirty="0"/>
              <a:t>* Sözlük kullanmak</a:t>
            </a:r>
          </a:p>
          <a:p>
            <a:r>
              <a:rPr lang="tr-TR" sz="2000" dirty="0"/>
              <a:t>* Sözlük defteri tutmak</a:t>
            </a:r>
          </a:p>
          <a:p>
            <a:r>
              <a:rPr lang="tr-TR" sz="2000" dirty="0"/>
              <a:t>* Sözcüklerin bağlamını araştırmak</a:t>
            </a:r>
          </a:p>
          <a:p>
            <a:r>
              <a:rPr lang="tr-TR" sz="2000" dirty="0"/>
              <a:t>* Sözcüklerin oluşturduğu metnin dokusunu anlamak </a:t>
            </a:r>
          </a:p>
          <a:p>
            <a:r>
              <a:rPr lang="tr-TR" sz="2000" dirty="0"/>
              <a:t>* Kartlar yazmak</a:t>
            </a:r>
          </a:p>
          <a:p>
            <a:r>
              <a:rPr lang="tr-TR" sz="2000" dirty="0"/>
              <a:t>* Sözcükleri kendi cümlelerimizle ifade etmek</a:t>
            </a:r>
          </a:p>
          <a:p>
            <a:r>
              <a:rPr lang="tr-TR" sz="2000" dirty="0"/>
              <a:t>* Sözcükleri tekrar etmek</a:t>
            </a:r>
          </a:p>
          <a:p>
            <a:r>
              <a:rPr lang="tr-TR" sz="2000" dirty="0"/>
              <a:t>* Telefonumuzda ya da bilgisayarımızda not defteri tutmak </a:t>
            </a:r>
          </a:p>
          <a:p>
            <a:r>
              <a:rPr lang="tr-TR" sz="2000" dirty="0"/>
              <a:t>* Sözcüğün fiil, sıfat, isim olup olmaması üzerinde düşünmek</a:t>
            </a:r>
          </a:p>
          <a:p>
            <a:r>
              <a:rPr lang="tr-TR" sz="2000" dirty="0"/>
              <a:t>* Sözcüğün içinde yer aldığı soru cümleleri yazmak</a:t>
            </a:r>
          </a:p>
          <a:p>
            <a:r>
              <a:rPr lang="tr-TR" sz="2000" dirty="0"/>
              <a:t>* …</a:t>
            </a:r>
          </a:p>
        </p:txBody>
      </p:sp>
    </p:spTree>
    <p:extLst>
      <p:ext uri="{BB962C8B-B14F-4D97-AF65-F5344CB8AC3E}">
        <p14:creationId xmlns:p14="http://schemas.microsoft.com/office/powerpoint/2010/main" xmlns="" val="21309073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95325" y="1152525"/>
            <a:ext cx="7429500" cy="3046988"/>
          </a:xfrm>
          <a:prstGeom prst="rect">
            <a:avLst/>
          </a:prstGeom>
        </p:spPr>
        <p:txBody>
          <a:bodyPr wrap="square">
            <a:spAutoFit/>
          </a:bodyPr>
          <a:lstStyle/>
          <a:p>
            <a:pPr algn="just"/>
            <a:r>
              <a:rPr lang="tr-TR" sz="2400" dirty="0"/>
              <a:t>Öğrenilen, tekrar tekrar okunan sözcükler metinden zihnimize ve yaşamımıza sirayet eder. Zihnimizdeki etkisi düşünce dünyamızda, hayata bakış açımızda, öngöremediğimiz uzun soluklu bir etki yaratır. Sözcükler hayata bakış açımızı, insana ve kendimize dair düşüncelerimizi gözden geçirmemizi sağlayan birer vasıtadır. </a:t>
            </a:r>
          </a:p>
          <a:p>
            <a:endParaRPr lang="tr-TR" sz="2400" dirty="0"/>
          </a:p>
        </p:txBody>
      </p:sp>
    </p:spTree>
    <p:extLst>
      <p:ext uri="{BB962C8B-B14F-4D97-AF65-F5344CB8AC3E}">
        <p14:creationId xmlns:p14="http://schemas.microsoft.com/office/powerpoint/2010/main" xmlns="" val="2130907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95325" y="1295400"/>
            <a:ext cx="7467600" cy="2554545"/>
          </a:xfrm>
          <a:prstGeom prst="rect">
            <a:avLst/>
          </a:prstGeom>
        </p:spPr>
        <p:txBody>
          <a:bodyPr wrap="square">
            <a:spAutoFit/>
          </a:bodyPr>
          <a:lstStyle/>
          <a:p>
            <a:r>
              <a:rPr lang="tr-TR" sz="2000" b="1" dirty="0"/>
              <a:t>3. 4. Tümce kurma ve bağdaşıklık</a:t>
            </a:r>
            <a:endParaRPr lang="tr-TR" sz="2000" dirty="0"/>
          </a:p>
          <a:p>
            <a:pPr algn="just"/>
            <a:r>
              <a:rPr lang="tr-TR" sz="2000" dirty="0"/>
              <a:t>Tümce bilgisi de okuma becerisinin bileşenlerindendir. Tümce yapısını bilmek önad, isim, eylem türündeki sözcüklerin anlam ilişkisini kavramakta rol oynar. Tümceler arası anlam ilişkisi ise </a:t>
            </a:r>
            <a:r>
              <a:rPr lang="tr-TR" sz="2000" b="1" dirty="0"/>
              <a:t>bağdaşıklık</a:t>
            </a:r>
            <a:r>
              <a:rPr lang="tr-TR" sz="2000" dirty="0"/>
              <a:t> terimi ile açıklanabilir. Okunulan metnin anlaşılması tümceler arası anlam bütünlüğünün idrak edilmesi ile mümkündür. Tümcelerin oluşturduğu paragraf, paragrafların oluşturduğu metinde tutarlılık ilkesinin kurulması bağdaşıklık ilkesi ile ilgilidir. </a:t>
            </a:r>
          </a:p>
        </p:txBody>
      </p:sp>
    </p:spTree>
    <p:extLst>
      <p:ext uri="{BB962C8B-B14F-4D97-AF65-F5344CB8AC3E}">
        <p14:creationId xmlns:p14="http://schemas.microsoft.com/office/powerpoint/2010/main" xmlns="" val="2130907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695325" y="1228725"/>
            <a:ext cx="8115300" cy="2954655"/>
          </a:xfrm>
          <a:prstGeom prst="rect">
            <a:avLst/>
          </a:prstGeom>
        </p:spPr>
        <p:txBody>
          <a:bodyPr wrap="square">
            <a:spAutoFit/>
          </a:bodyPr>
          <a:lstStyle/>
          <a:p>
            <a:r>
              <a:rPr lang="tr-TR" sz="1800" b="1" dirty="0"/>
              <a:t>3. 5. Akıl yürütme ve geçmiş bilgiler</a:t>
            </a:r>
            <a:endParaRPr lang="tr-TR" sz="1800" dirty="0"/>
          </a:p>
          <a:p>
            <a:pPr algn="just"/>
            <a:r>
              <a:rPr lang="tr-TR" sz="1800" dirty="0"/>
              <a:t>Okurken metin hakkında fikir yürütürüz, önbellekteki bilgilerimizle metni ilişkilendirmeye çalışırız. Metinde söylenenlerden yola çıkarak söylenmeyenleri de anlamaya çalışır, satır aralarında yazarın metne yedirdiği düşünceleri de anlamaya çalışırız.</a:t>
            </a:r>
          </a:p>
          <a:p>
            <a:pPr algn="just"/>
            <a:r>
              <a:rPr lang="tr-TR" sz="1800" dirty="0"/>
              <a:t>Örneğin defne ağacı ile ilgili bir roman okurken daha önceki bilgilerimizi hatırlarız. Defne ağacı ile ilgili bilgilerimiz, okuduğumuz metin hakkında çıkarım yaparken işimizi kolaylaştırabilir. Önbellekteki bu bilgiye arka plan bilgisi diyoruz. Arka plan bilgisi türkülerden, filmlerden, televizyondan, derslerden, internetten vs. edindiğimiz bir bilgiler de olabilir</a:t>
            </a:r>
            <a:r>
              <a:rPr lang="tr-TR" sz="2400" dirty="0"/>
              <a:t>.</a:t>
            </a:r>
          </a:p>
        </p:txBody>
      </p:sp>
    </p:spTree>
    <p:extLst>
      <p:ext uri="{BB962C8B-B14F-4D97-AF65-F5344CB8AC3E}">
        <p14:creationId xmlns:p14="http://schemas.microsoft.com/office/powerpoint/2010/main" xmlns="" val="2130907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334250" cy="2647950"/>
          </a:xfrm>
          <a:prstGeom prst="rect">
            <a:avLst/>
          </a:prstGeom>
        </p:spPr>
        <p:txBody>
          <a:bodyPr vert="horz" lIns="91440" tIns="45720" rIns="91440" bIns="45720" rtlCol="0">
            <a:normAutofit/>
          </a:bodyPr>
          <a:lstStyle/>
          <a:p>
            <a:pPr marL="0" marR="0" lvl="0" indent="0"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tr-TR" sz="2000" b="1" i="0" u="none" strike="noStrike" kern="1200" cap="none" spc="0" normalizeH="0" baseline="0" noProof="0" dirty="0">
                <a:ln>
                  <a:noFill/>
                </a:ln>
                <a:solidFill>
                  <a:schemeClr val="tx1"/>
                </a:solidFill>
                <a:effectLst/>
                <a:uLnTx/>
                <a:uFillTx/>
                <a:latin typeface="+mn-lt"/>
                <a:ea typeface="+mn-ea"/>
                <a:cs typeface="+mn-cs"/>
              </a:rPr>
              <a:t>3. 6. İşleyen bellek ve dikkat</a:t>
            </a:r>
            <a:endParaRPr kumimoji="0" lang="tr-TR"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tr-TR" sz="2000" b="0" i="0" u="none" strike="noStrike" kern="1200" cap="none" spc="0" normalizeH="0" baseline="0" noProof="0" dirty="0">
                <a:ln>
                  <a:noFill/>
                </a:ln>
                <a:solidFill>
                  <a:schemeClr val="tx1"/>
                </a:solidFill>
                <a:effectLst/>
                <a:uLnTx/>
                <a:uFillTx/>
                <a:latin typeface="+mn-lt"/>
                <a:ea typeface="+mn-ea"/>
                <a:cs typeface="+mn-cs"/>
              </a:rPr>
              <a:t>İşleyen bellek ve dikkat, bilişsel süreçlerin parçalarıdır. Soyut anlamları, yazının planını kavramak gibi pek çok üst düzey bilişsel süreçler ancak işleyen bir bellek ve dikkat ile mümkündür. Okurken metinde geçen sözcükleri tanımak, bellekte tutup tümcelerden anlam çıkarmak ve dikkatini yoğunlaştırarak bilgi elde etmek olarak bu süreci tanımlamak mümkündür. </a:t>
            </a:r>
          </a:p>
        </p:txBody>
      </p:sp>
    </p:spTree>
    <p:extLst>
      <p:ext uri="{BB962C8B-B14F-4D97-AF65-F5344CB8AC3E}">
        <p14:creationId xmlns:p14="http://schemas.microsoft.com/office/powerpoint/2010/main" xmlns="" val="2130907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22530" name="Rectangle 2"/>
          <p:cNvSpPr>
            <a:spLocks noChangeArrowheads="1"/>
          </p:cNvSpPr>
          <p:nvPr/>
        </p:nvSpPr>
        <p:spPr bwMode="auto">
          <a:xfrm>
            <a:off x="1057275" y="1119186"/>
            <a:ext cx="7077075"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4. Okuma Stratejileri </a:t>
            </a:r>
            <a:endParaRPr kumimoji="0" lang="tr-TR" sz="2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Okuma stratejileri, genel stratejiler olarak ele alındığı gibi okuma s</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recini g</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zeterek de kategorize edilebilir. Genel stratejiler denildiğinde metinle ilgili tahminde bulunmak, </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zet yapmak, ana fikri belirlemek, g</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rselleştirmek, kavram haritası oluşturmak, sorgulamak, </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ç</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ıkarımda bulunmak gibi takip edilecek yollar akla gelir. Okuma zamanı d</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ş</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n</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ld</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ğ</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nde ise kronolojik olarak </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nce, an ve sonra şeklinde b</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l</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mlemek gerekir. Her zaman diliminde yapılması gerekenler okuma</a:t>
            </a:r>
            <a:r>
              <a:rPr lang="tr-TR" sz="2000" baseline="0" dirty="0">
                <a:latin typeface="Times New Roman" pitchFamily="18" charset="0"/>
                <a:ea typeface="Calibri" pitchFamily="34" charset="0"/>
                <a:cs typeface="Times New Roman" pitchFamily="18" charset="0"/>
              </a:rPr>
              <a:t>-</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anlama s</a:t>
            </a:r>
            <a:r>
              <a:rPr kumimoji="0" lang="tr-TR" sz="20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recinin daha verimli olmasını sağlayacak stratejilerdir.</a:t>
            </a:r>
            <a:endParaRPr kumimoji="0" lang="tr-TR" sz="20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30907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981075"/>
            <a:ext cx="7334250" cy="3190875"/>
          </a:xfrm>
          <a:prstGeom prst="rect">
            <a:avLst/>
          </a:prstGeom>
        </p:spPr>
        <p:txBody>
          <a:bodyPr vert="horz" lIns="91440" tIns="45720" rIns="91440" bIns="45720" rtlCol="0">
            <a:normAutofit/>
          </a:bodyPr>
          <a:lstStyle/>
          <a:p>
            <a:pPr lvl="0" algn="just">
              <a:lnSpc>
                <a:spcPct val="90000"/>
              </a:lnSpc>
              <a:spcBef>
                <a:spcPts val="750"/>
              </a:spcBef>
              <a:defRPr/>
            </a:pPr>
            <a:r>
              <a:rPr lang="tr-TR" sz="2800" dirty="0" smtClean="0"/>
              <a:t>Okuma stratejilerini </a:t>
            </a:r>
            <a:r>
              <a:rPr lang="tr-TR" sz="2800" dirty="0"/>
              <a:t>okuma öncesi, okuma ânı ve okuma sonrası olmak üzere üç bölümde incelemek mümkündür. Hakan </a:t>
            </a:r>
            <a:r>
              <a:rPr lang="tr-TR" sz="2800" dirty="0" err="1"/>
              <a:t>Ülper’in</a:t>
            </a:r>
            <a:r>
              <a:rPr lang="tr-TR" sz="2800" dirty="0"/>
              <a:t> </a:t>
            </a:r>
            <a:r>
              <a:rPr lang="tr-TR" sz="2800" i="1" dirty="0"/>
              <a:t>Okuma ve Anlamlandırma Becerilerinin Kazandırılması</a:t>
            </a:r>
            <a:r>
              <a:rPr lang="tr-TR" sz="2800" dirty="0"/>
              <a:t> kitabındaki bölümleme esas alınarak aşağıdaki tabloyu oluşturabiliriz.</a:t>
            </a:r>
            <a:endParaRPr kumimoji="0" lang="tr-TR" sz="2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2130907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graphicFrame>
        <p:nvGraphicFramePr>
          <p:cNvPr id="7" name="6 Diyagram"/>
          <p:cNvGraphicFramePr/>
          <p:nvPr>
            <p:extLst>
              <p:ext uri="{D42A27DB-BD31-4B8C-83A1-F6EECF244321}">
                <p14:modId xmlns:p14="http://schemas.microsoft.com/office/powerpoint/2010/main" xmlns="" val="2705010998"/>
              </p:ext>
            </p:extLst>
          </p:nvPr>
        </p:nvGraphicFramePr>
        <p:xfrm>
          <a:off x="352425" y="834390"/>
          <a:ext cx="8286749" cy="3474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433" name="Rectangle 1"/>
          <p:cNvSpPr>
            <a:spLocks noChangeArrowheads="1"/>
          </p:cNvSpPr>
          <p:nvPr/>
        </p:nvSpPr>
        <p:spPr bwMode="auto">
          <a:xfrm>
            <a:off x="1234921" y="4461831"/>
            <a:ext cx="7239000" cy="2616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100" b="1" i="0" u="none" strike="noStrike" cap="none" normalizeH="0" baseline="0" dirty="0">
                <a:ln>
                  <a:noFill/>
                </a:ln>
                <a:solidFill>
                  <a:srgbClr val="000000"/>
                </a:solidFill>
                <a:effectLst/>
                <a:latin typeface="Times New Roman" pitchFamily="18" charset="0"/>
                <a:cs typeface="Times New Roman" pitchFamily="18" charset="0"/>
              </a:rPr>
              <a:t>7. Şekil : Okuma Stratejileri </a:t>
            </a:r>
            <a:r>
              <a:rPr lang="tr-TR" sz="1100" b="1" dirty="0">
                <a:solidFill>
                  <a:srgbClr val="000000"/>
                </a:solidFill>
                <a:latin typeface="Times New Roman" pitchFamily="18" charset="0"/>
                <a:cs typeface="Times New Roman" pitchFamily="18" charset="0"/>
              </a:rPr>
              <a:t>T</a:t>
            </a:r>
            <a:r>
              <a:rPr kumimoji="0" lang="tr-TR" sz="1100" b="1" i="0" u="none" strike="noStrike" cap="none" normalizeH="0" baseline="0" dirty="0">
                <a:ln>
                  <a:noFill/>
                </a:ln>
                <a:solidFill>
                  <a:srgbClr val="000000"/>
                </a:solidFill>
                <a:effectLst/>
                <a:latin typeface="Times New Roman" pitchFamily="18" charset="0"/>
                <a:cs typeface="Times New Roman" pitchFamily="18" charset="0"/>
              </a:rPr>
              <a:t>ablosu</a:t>
            </a:r>
            <a:endParaRPr kumimoji="0" lang="tr-TR" sz="1800" b="1"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309073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334250" cy="2647950"/>
          </a:xfrm>
          <a:prstGeom prst="rect">
            <a:avLst/>
          </a:prstGeom>
        </p:spPr>
        <p:txBody>
          <a:bodyPr vert="horz" lIns="91440" tIns="45720" rIns="91440" bIns="45720" rtlCol="0">
            <a:normAutofit/>
          </a:bodyPr>
          <a:lstStyle/>
          <a:p>
            <a:pPr>
              <a:lnSpc>
                <a:spcPct val="90000"/>
              </a:lnSpc>
              <a:spcBef>
                <a:spcPts val="750"/>
              </a:spcBef>
              <a:defRPr/>
            </a:pPr>
            <a:r>
              <a:rPr lang="tr-TR" sz="2000" b="1" dirty="0"/>
              <a:t>5. Okuma Sürecini Açıklayan Yaklaşımlar</a:t>
            </a:r>
            <a:endParaRPr lang="tr-TR" sz="2000" dirty="0"/>
          </a:p>
          <a:p>
            <a:pPr marL="0" marR="0" lvl="0" indent="0"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tr-TR" sz="2000" b="1" i="0" u="none" strike="noStrike" kern="1200" cap="none" spc="0" normalizeH="0" baseline="0" noProof="0" dirty="0">
                <a:ln>
                  <a:noFill/>
                </a:ln>
                <a:solidFill>
                  <a:schemeClr val="tx1"/>
                </a:solidFill>
                <a:effectLst/>
                <a:uLnTx/>
                <a:uFillTx/>
                <a:latin typeface="+mn-lt"/>
                <a:ea typeface="+mn-ea"/>
                <a:cs typeface="+mn-cs"/>
              </a:rPr>
              <a:t> </a:t>
            </a:r>
            <a:endParaRPr kumimoji="0" lang="tr-TR"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6 Dikdörtgen"/>
          <p:cNvSpPr/>
          <p:nvPr/>
        </p:nvSpPr>
        <p:spPr>
          <a:xfrm>
            <a:off x="866775" y="1809751"/>
            <a:ext cx="7162800" cy="1200329"/>
          </a:xfrm>
          <a:prstGeom prst="rect">
            <a:avLst/>
          </a:prstGeom>
        </p:spPr>
        <p:txBody>
          <a:bodyPr wrap="square">
            <a:spAutoFit/>
          </a:bodyPr>
          <a:lstStyle/>
          <a:p>
            <a:pPr algn="just"/>
            <a:r>
              <a:rPr lang="tr-TR" sz="1800" dirty="0"/>
              <a:t>Okuma becerisi fizyolojik, psikolojik, sosyal ve gelişimsel ögeleri olan bir etkinliktir. Okuma ediminin bilişsel ve duyuşsal süreçleri üzerinde çalışan araştırmacılar farklı okuma modelleri önermişlerdir. Bu modeller, okuma sürecini açıklamaya yardımcı olan birer yaklaşımdır. </a:t>
            </a:r>
          </a:p>
        </p:txBody>
      </p:sp>
      <p:sp>
        <p:nvSpPr>
          <p:cNvPr id="16385" name="Rectangle 1"/>
          <p:cNvSpPr>
            <a:spLocks noChangeArrowheads="1"/>
          </p:cNvSpPr>
          <p:nvPr/>
        </p:nvSpPr>
        <p:spPr bwMode="auto">
          <a:xfrm>
            <a:off x="1000125" y="3152775"/>
            <a:ext cx="4300474"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tr-TR" sz="1800" b="0" i="0" u="none" strike="noStrike" cap="none" normalizeH="0" baseline="0" dirty="0">
                <a:ln>
                  <a:noFill/>
                </a:ln>
                <a:solidFill>
                  <a:schemeClr val="tx1"/>
                </a:solidFill>
                <a:effectLst/>
                <a:latin typeface="Times New Roman" pitchFamily="18" charset="0"/>
                <a:cs typeface="Times New Roman" pitchFamily="18" charset="0"/>
              </a:rPr>
              <a:t>İç doğrultulu okuma yaklaşımı</a:t>
            </a:r>
            <a:endParaRPr kumimoji="0" lang="tr-TR" sz="18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sz="1800" b="0" i="0" u="none" strike="noStrike" cap="none" normalizeH="0" baseline="0" dirty="0">
                <a:ln>
                  <a:noFill/>
                </a:ln>
                <a:solidFill>
                  <a:schemeClr val="tx1"/>
                </a:solidFill>
                <a:effectLst/>
                <a:latin typeface="Times New Roman" pitchFamily="18" charset="0"/>
                <a:cs typeface="Times New Roman" pitchFamily="18" charset="0"/>
              </a:rPr>
              <a:t>Dış doğrultulu okuma yaklaşımı</a:t>
            </a:r>
            <a:endParaRPr kumimoji="0" lang="tr-TR" sz="18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sz="1800" b="0" i="0" u="none" strike="noStrike" cap="none" normalizeH="0" baseline="0" dirty="0">
                <a:ln>
                  <a:noFill/>
                </a:ln>
                <a:solidFill>
                  <a:schemeClr val="tx1"/>
                </a:solidFill>
                <a:effectLst/>
                <a:latin typeface="Times New Roman" pitchFamily="18" charset="0"/>
                <a:cs typeface="Times New Roman" pitchFamily="18" charset="0"/>
              </a:rPr>
              <a:t>Etkileşimsel okuma yaklaşımı</a:t>
            </a:r>
            <a:endParaRPr kumimoji="0" lang="tr-T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309073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6448425" cy="2647950"/>
          </a:xfrm>
          <a:prstGeom prst="rect">
            <a:avLst/>
          </a:prstGeom>
        </p:spPr>
        <p:txBody>
          <a:bodyPr vert="horz" lIns="91440" tIns="45720" rIns="91440" bIns="45720" rtlCol="0">
            <a:normAutofit/>
          </a:bodyPr>
          <a:lstStyle/>
          <a:p>
            <a:r>
              <a:rPr lang="tr-TR" sz="2000" dirty="0"/>
              <a:t>20. yüzyıl öncesinde okuma ile ilgili kuramlar şunlardır:</a:t>
            </a:r>
          </a:p>
          <a:p>
            <a:r>
              <a:rPr lang="tr-TR" sz="2000" dirty="0"/>
              <a:t> </a:t>
            </a:r>
          </a:p>
          <a:p>
            <a:r>
              <a:rPr lang="tr-TR" sz="2000" dirty="0"/>
              <a:t>Zihinsel disiplin kuramı</a:t>
            </a:r>
          </a:p>
          <a:p>
            <a:r>
              <a:rPr lang="tr-TR" sz="2000" dirty="0"/>
              <a:t>Çağrışımcılık</a:t>
            </a:r>
          </a:p>
          <a:p>
            <a:r>
              <a:rPr lang="tr-TR" sz="2000" dirty="0"/>
              <a:t>Açılım kuramı </a:t>
            </a:r>
          </a:p>
          <a:p>
            <a:r>
              <a:rPr lang="tr-TR" sz="2000" dirty="0"/>
              <a:t>Yapısalcılık</a:t>
            </a:r>
          </a:p>
        </p:txBody>
      </p:sp>
    </p:spTree>
    <p:extLst>
      <p:ext uri="{BB962C8B-B14F-4D97-AF65-F5344CB8AC3E}">
        <p14:creationId xmlns:p14="http://schemas.microsoft.com/office/powerpoint/2010/main" xmlns="" val="21309073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334250" cy="3048000"/>
          </a:xfrm>
          <a:prstGeom prst="rect">
            <a:avLst/>
          </a:prstGeom>
        </p:spPr>
        <p:txBody>
          <a:bodyPr vert="horz" lIns="91440" tIns="45720" rIns="91440" bIns="45720" rtlCol="0">
            <a:normAutofit/>
          </a:bodyPr>
          <a:lstStyle/>
          <a:p>
            <a:pPr lvl="0" algn="just">
              <a:lnSpc>
                <a:spcPct val="90000"/>
              </a:lnSpc>
              <a:spcBef>
                <a:spcPts val="750"/>
              </a:spcBef>
              <a:defRPr/>
            </a:pPr>
            <a:r>
              <a:rPr lang="tr-TR" sz="2000" dirty="0"/>
              <a:t>Bu kuramları kısaca şöyle açıklayabiliriz: Zihinsel disiplin kuramında zihin, bir “kas”a benzetilmiştir. Bu kurama göre, öğrenmenin gerçekleşmesi için zihnin çalışması ve güçlendirilmesi gerekir. Çağrışımcılıkta, öğrenmenin zihinde bir şeyin diğer şeylerle bağlantı kurmayı sağlayan düşünce süreçleriyle nasıl ortaya çıktığı açıklanır. Açılım kuramında öğrenme, çocuğun merakının teşvik edilmesi, uyarıcıların olduğu bir atmosferin yaratılması ile ilişkilendirilir. Yapısalcılıkta da algı süreçleri öne çıkar. Bakıldığında okuma ile ilgili araştırmalar, yapısalcılığın kuramsal şemsiyesi altındaki bilişsel süreçlerin algı çalışmalarıyla başlamıştır.</a:t>
            </a:r>
            <a:endParaRPr kumimoji="0" lang="tr-TR"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2130907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895350" y="1104901"/>
            <a:ext cx="6762750" cy="2308324"/>
          </a:xfrm>
          <a:prstGeom prst="rect">
            <a:avLst/>
          </a:prstGeom>
        </p:spPr>
        <p:txBody>
          <a:bodyPr wrap="square">
            <a:spAutoFit/>
          </a:bodyPr>
          <a:lstStyle/>
          <a:p>
            <a:pPr algn="just"/>
            <a:r>
              <a:rPr lang="tr-TR" sz="2400" dirty="0"/>
              <a:t>Bahsedilen kuramlardan başka, davranışçılık, klasik koşullanma, bağlaşımcılık, edimsel koşullanma, yapılandırmacılık, sorgulayıcı öğrenme, etkileşimsel/ okur tepki kuramı, </a:t>
            </a:r>
            <a:r>
              <a:rPr lang="tr-TR" sz="2400" dirty="0" err="1"/>
              <a:t>ruhdilbilimsel</a:t>
            </a:r>
            <a:r>
              <a:rPr lang="tr-TR" sz="2400" dirty="0"/>
              <a:t> kuram,  </a:t>
            </a:r>
            <a:r>
              <a:rPr lang="tr-TR" sz="2400" dirty="0" err="1"/>
              <a:t>üstbilişsel</a:t>
            </a:r>
            <a:r>
              <a:rPr lang="tr-TR" sz="2400" dirty="0"/>
              <a:t> kuram, katılım kuramı gibi pek çok kuramdan bahsedilebilir. </a:t>
            </a:r>
          </a:p>
        </p:txBody>
      </p:sp>
    </p:spTree>
    <p:extLst>
      <p:ext uri="{BB962C8B-B14F-4D97-AF65-F5344CB8AC3E}">
        <p14:creationId xmlns:p14="http://schemas.microsoft.com/office/powerpoint/2010/main" xmlns="" val="1994271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895350" y="1104901"/>
            <a:ext cx="6762750" cy="461665"/>
          </a:xfrm>
          <a:prstGeom prst="rect">
            <a:avLst/>
          </a:prstGeom>
        </p:spPr>
        <p:txBody>
          <a:bodyPr wrap="square">
            <a:spAutoFit/>
          </a:bodyPr>
          <a:lstStyle/>
          <a:p>
            <a:r>
              <a:rPr lang="tr-TR" sz="2400" b="1" dirty="0"/>
              <a:t>6. Okuma Türleri </a:t>
            </a:r>
            <a:endParaRPr lang="tr-TR" sz="2400" dirty="0"/>
          </a:p>
        </p:txBody>
      </p:sp>
      <p:sp>
        <p:nvSpPr>
          <p:cNvPr id="7" name="6 Dikdörtgen"/>
          <p:cNvSpPr/>
          <p:nvPr/>
        </p:nvSpPr>
        <p:spPr>
          <a:xfrm>
            <a:off x="1019175" y="1724026"/>
            <a:ext cx="7486650" cy="1938992"/>
          </a:xfrm>
          <a:prstGeom prst="rect">
            <a:avLst/>
          </a:prstGeom>
        </p:spPr>
        <p:txBody>
          <a:bodyPr wrap="square">
            <a:spAutoFit/>
          </a:bodyPr>
          <a:lstStyle/>
          <a:p>
            <a:pPr algn="just"/>
            <a:r>
              <a:rPr lang="tr-TR" sz="2000" dirty="0"/>
              <a:t>Okuma türleri denilince farklı okumalar aklımıza gelmelidir. Günlük yaşamda ve akademik hayatımızda, ihtiyaçlarımız doğrultusunda farklı okuma türlerinden yararlanırız. Örneğin bir öğretmen sınıf içinde şiir okutabilir. Şiiri sesli ve sessiz okutabilir. Bu hem sesli okumaya girer hem de metnin türü şiir (edebî bir tür) olduğu için metin merkezli okuma gerektirir. </a:t>
            </a:r>
          </a:p>
        </p:txBody>
      </p:sp>
    </p:spTree>
    <p:extLst>
      <p:ext uri="{BB962C8B-B14F-4D97-AF65-F5344CB8AC3E}">
        <p14:creationId xmlns:p14="http://schemas.microsoft.com/office/powerpoint/2010/main" xmlns="" val="19942719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895350" y="1104901"/>
            <a:ext cx="6762750" cy="461665"/>
          </a:xfrm>
          <a:prstGeom prst="rect">
            <a:avLst/>
          </a:prstGeom>
        </p:spPr>
        <p:txBody>
          <a:bodyPr wrap="square">
            <a:spAutoFit/>
          </a:bodyPr>
          <a:lstStyle/>
          <a:p>
            <a:r>
              <a:rPr lang="tr-TR" sz="2400" b="1" dirty="0"/>
              <a:t>Okuma türleri </a:t>
            </a:r>
            <a:endParaRPr lang="tr-TR" sz="2400" dirty="0"/>
          </a:p>
        </p:txBody>
      </p:sp>
      <p:sp>
        <p:nvSpPr>
          <p:cNvPr id="117761" name="Rectangle 1"/>
          <p:cNvSpPr>
            <a:spLocks noChangeArrowheads="1"/>
          </p:cNvSpPr>
          <p:nvPr/>
        </p:nvSpPr>
        <p:spPr bwMode="auto">
          <a:xfrm>
            <a:off x="1028700" y="1724025"/>
            <a:ext cx="7077075"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Bir </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ğrenci kişisel gelişim i</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ç</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in </a:t>
            </a:r>
            <a:r>
              <a:rPr kumimoji="0" lang="tr-TR" sz="18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Daniel</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tr-TR" sz="18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Kahneman</a:t>
            </a:r>
            <a:r>
              <a:rPr kumimoji="0" lang="tr-TR" sz="1800" b="0" i="0" u="none" strike="noStrike" cap="none" normalizeH="0" baseline="0" dirty="0" err="1">
                <a:ln>
                  <a:noFill/>
                </a:ln>
                <a:solidFill>
                  <a:schemeClr val="tx1"/>
                </a:solidFill>
                <a:effectLst/>
                <a:latin typeface="Calibri"/>
                <a:ea typeface="Calibri" pitchFamily="34" charset="0"/>
                <a:cs typeface="Times New Roman" pitchFamily="18" charset="0"/>
              </a:rPr>
              <a:t>’</a:t>
            </a:r>
            <a:r>
              <a:rPr kumimoji="0" lang="tr-TR" sz="18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ın</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(2002 yılı Nobel Ekonomi </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d</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l</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sahibi) </a:t>
            </a:r>
            <a:r>
              <a:rPr kumimoji="0" lang="tr-TR" sz="18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Hızlı ve Yavaş D</a:t>
            </a:r>
            <a:r>
              <a:rPr kumimoji="0" lang="tr-TR" sz="1800" b="0" i="1"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ş</a:t>
            </a:r>
            <a:r>
              <a:rPr kumimoji="0" lang="tr-TR" sz="1800" b="0" i="1"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nme</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kitabını okuyabilir. </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ğrenci kitaptan bir </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dev yapacak ya da sınav olacaksa i</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ç</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eriksel okuma t</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rlerinden yoğun okuma, eleştirel okuma, g</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ö</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zden ge</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ç</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irerek okuma gibi farklı okuma t</a:t>
            </a:r>
            <a:r>
              <a:rPr kumimoji="0" lang="tr-TR" sz="1800" b="0" i="0" u="none" strike="noStrike" cap="none" normalizeH="0" baseline="0" dirty="0">
                <a:ln>
                  <a:noFill/>
                </a:ln>
                <a:solidFill>
                  <a:schemeClr val="tx1"/>
                </a:solidFill>
                <a:effectLst/>
                <a:latin typeface="Calibri"/>
                <a:ea typeface="Calibri" pitchFamily="34" charset="0"/>
                <a:cs typeface="Times New Roman" pitchFamily="18" charset="0"/>
              </a:rPr>
              <a:t>ü</a:t>
            </a:r>
            <a:r>
              <a:rPr kumimoji="0" lang="tr-TR" sz="18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rlerini tercih edebilir. </a:t>
            </a:r>
            <a:endParaRPr kumimoji="0" lang="tr-T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994271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895349" y="1104901"/>
            <a:ext cx="7800975" cy="2554545"/>
          </a:xfrm>
          <a:prstGeom prst="rect">
            <a:avLst/>
          </a:prstGeom>
        </p:spPr>
        <p:txBody>
          <a:bodyPr wrap="square">
            <a:spAutoFit/>
          </a:bodyPr>
          <a:lstStyle/>
          <a:p>
            <a:pPr algn="just"/>
            <a:r>
              <a:rPr lang="tr-TR" sz="2000" dirty="0"/>
              <a:t>Okuma türünü kişisel ihtiyaçlar belirleyebildiği gibi metnin türü de belirleyebilir. Yazınsal metinleri (şiir, roman, öykü, deneme, masal vs.), bilgilendirici metinleri okur gibi okumak mümkün değildir. Bilgilendirici metinlerde bilgi ön plandadır, yazınsal metinlerde de elbette bilgi vardır; ancak yazınsal metinlerdeki estetik kaygı okurun okuma amacını da etkiler. Bir roman ya da hikâye bir gerçeği öğretmek amacıyla kaleme alınmaz, roman yazarının kaygısı ile makale </a:t>
            </a:r>
            <a:r>
              <a:rPr lang="tr-TR" sz="2000" dirty="0" smtClean="0"/>
              <a:t>yazarının </a:t>
            </a:r>
            <a:r>
              <a:rPr lang="tr-TR" sz="2000" dirty="0"/>
              <a:t>kaygısı aynı değildir. Bu elbette metnin dokusunu da oluşturan bir unsurdur. </a:t>
            </a:r>
          </a:p>
        </p:txBody>
      </p:sp>
    </p:spTree>
    <p:extLst>
      <p:ext uri="{BB962C8B-B14F-4D97-AF65-F5344CB8AC3E}">
        <p14:creationId xmlns:p14="http://schemas.microsoft.com/office/powerpoint/2010/main" xmlns="" val="1994271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539827" y="849219"/>
            <a:ext cx="8029575" cy="4093428"/>
          </a:xfrm>
          <a:prstGeom prst="rect">
            <a:avLst/>
          </a:prstGeom>
        </p:spPr>
        <p:txBody>
          <a:bodyPr wrap="square" numCol="1">
            <a:spAutoFit/>
          </a:bodyPr>
          <a:lstStyle/>
          <a:p>
            <a:pPr algn="just"/>
            <a:r>
              <a:rPr lang="tr-TR" sz="2000" dirty="0"/>
              <a:t>Bilgilendirici metinlerde (makale, eleştiri, bilimsel yazılar, gezi yazıları), objektiflik öne çıkar; yazınsal metinlerde ise subjektif tutum hâkimdir. Romanda yazar, bilinen İstanbul’u değil kendi hayalindeki İstanbul’u anlatabilir. Gerçek olmak, objektif olmak zorunda değildir; kendi dünya görüşü, bilgisi ve ideolojisi doğrultusunda şiir, roman, hikâye yazabilir. Yazınsal metinler, okurda estetik yolla bir öğrenmenin gerçekleşmesini sağlar. Ömer Seyfettin, “Kaşağı” öyküsünde iki kardeş arasında yaşananları anlatırken bizim duygularımıza seslenir. Öyküde yazar, Kahraman’ın kardeşine attığı iftira ve bu iftiranın yarattığı suçluluk duygusuna okuru ortak etmek ister. Yalan söylemek çok kötü demek yerine, metinde okurun empati duygusuna </a:t>
            </a:r>
            <a:r>
              <a:rPr lang="tr-TR" sz="2000" dirty="0" smtClean="0"/>
              <a:t>seslenerek ve onu </a:t>
            </a:r>
            <a:r>
              <a:rPr lang="tr-TR" sz="2000" dirty="0"/>
              <a:t>duygulandırarak yalanın </a:t>
            </a:r>
            <a:r>
              <a:rPr lang="tr-TR" sz="2000" dirty="0" smtClean="0"/>
              <a:t>kötülüğünü </a:t>
            </a:r>
            <a:r>
              <a:rPr lang="tr-TR" sz="2000" dirty="0"/>
              <a:t>okura </a:t>
            </a:r>
            <a:r>
              <a:rPr lang="tr-TR" sz="2000" dirty="0" smtClean="0"/>
              <a:t>öğretmek ister</a:t>
            </a:r>
            <a:r>
              <a:rPr lang="tr-TR" sz="2000" dirty="0"/>
              <a:t>.</a:t>
            </a:r>
          </a:p>
          <a:p>
            <a:endParaRPr lang="tr-TR" sz="2000" b="1" dirty="0"/>
          </a:p>
        </p:txBody>
      </p:sp>
    </p:spTree>
    <p:extLst>
      <p:ext uri="{BB962C8B-B14F-4D97-AF65-F5344CB8AC3E}">
        <p14:creationId xmlns:p14="http://schemas.microsoft.com/office/powerpoint/2010/main" xmlns="" val="1994271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28675" y="1343025"/>
            <a:ext cx="7731431" cy="1938992"/>
          </a:xfrm>
          <a:prstGeom prst="rect">
            <a:avLst/>
          </a:prstGeom>
        </p:spPr>
        <p:txBody>
          <a:bodyPr wrap="square" numCol="1">
            <a:spAutoFit/>
          </a:bodyPr>
          <a:lstStyle/>
          <a:p>
            <a:pPr algn="just"/>
            <a:r>
              <a:rPr lang="tr-TR" sz="2000" dirty="0"/>
              <a:t>Kişisel okuma türlerinde ise kişinin ilgi alanları, akademik tercihleri ve iş ögeleri öne çıkar. Matematik bölümü ya da fen bilimleri öğrencisinin ilgi alanları ile tarih ya da güzel sanatlar bölümü öğrencisinin ilgi alanlarının kesiştiği noktalar olsa da aldıkları akademik öğrenim başta olmak üzere kişisel okumaları farklı olabilir.</a:t>
            </a:r>
          </a:p>
          <a:p>
            <a:pPr algn="just"/>
            <a:endParaRPr lang="tr-TR" sz="2000" b="1" dirty="0"/>
          </a:p>
        </p:txBody>
      </p:sp>
    </p:spTree>
    <p:extLst>
      <p:ext uri="{BB962C8B-B14F-4D97-AF65-F5344CB8AC3E}">
        <p14:creationId xmlns:p14="http://schemas.microsoft.com/office/powerpoint/2010/main" xmlns="" val="19942719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28675" y="1001833"/>
            <a:ext cx="8029575" cy="707886"/>
          </a:xfrm>
          <a:prstGeom prst="rect">
            <a:avLst/>
          </a:prstGeom>
        </p:spPr>
        <p:txBody>
          <a:bodyPr wrap="square" numCol="1">
            <a:spAutoFit/>
          </a:bodyPr>
          <a:lstStyle/>
          <a:p>
            <a:r>
              <a:rPr lang="tr-TR" sz="2000" dirty="0"/>
              <a:t>Okuma türleri için şöyle bir tablo oluşturulabilir:</a:t>
            </a:r>
          </a:p>
          <a:p>
            <a:endParaRPr lang="tr-TR" sz="2000" b="1" dirty="0"/>
          </a:p>
        </p:txBody>
      </p:sp>
      <p:graphicFrame>
        <p:nvGraphicFramePr>
          <p:cNvPr id="7" name="6 Diyagram"/>
          <p:cNvGraphicFramePr/>
          <p:nvPr/>
        </p:nvGraphicFramePr>
        <p:xfrm>
          <a:off x="590550" y="1709719"/>
          <a:ext cx="7686675" cy="24490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9 Dikdörtgen"/>
          <p:cNvSpPr/>
          <p:nvPr/>
        </p:nvSpPr>
        <p:spPr>
          <a:xfrm>
            <a:off x="3095625" y="3743325"/>
            <a:ext cx="2374561" cy="300082"/>
          </a:xfrm>
          <a:prstGeom prst="rect">
            <a:avLst/>
          </a:prstGeom>
        </p:spPr>
        <p:txBody>
          <a:bodyPr wrap="none">
            <a:spAutoFit/>
          </a:bodyPr>
          <a:lstStyle/>
          <a:p>
            <a:r>
              <a:rPr lang="tr-TR" b="1" dirty="0"/>
              <a:t>8. Şekil: Okuma Türleri Tablosu</a:t>
            </a:r>
          </a:p>
        </p:txBody>
      </p:sp>
      <p:sp>
        <p:nvSpPr>
          <p:cNvPr id="11" name="10 Dikdörtgen"/>
          <p:cNvSpPr/>
          <p:nvPr/>
        </p:nvSpPr>
        <p:spPr>
          <a:xfrm>
            <a:off x="381000" y="4158721"/>
            <a:ext cx="8477250" cy="507831"/>
          </a:xfrm>
          <a:prstGeom prst="rect">
            <a:avLst/>
          </a:prstGeom>
        </p:spPr>
        <p:txBody>
          <a:bodyPr wrap="square">
            <a:spAutoFit/>
          </a:bodyPr>
          <a:lstStyle/>
          <a:p>
            <a:pPr algn="r"/>
            <a:r>
              <a:rPr lang="tr-TR" dirty="0"/>
              <a:t>Tablodaki başlıklar Hakan </a:t>
            </a:r>
            <a:r>
              <a:rPr lang="tr-TR" dirty="0" err="1"/>
              <a:t>Ülper’in</a:t>
            </a:r>
            <a:r>
              <a:rPr lang="tr-TR" dirty="0"/>
              <a:t> kitabından alınmıştır, ancak tablo Türk Dili II kitabı için bu bölümün yazarı </a:t>
            </a:r>
          </a:p>
          <a:p>
            <a:pPr algn="r"/>
            <a:r>
              <a:rPr lang="tr-TR" dirty="0"/>
              <a:t>Hafize Şahin tarafından oluşturulmuştur.</a:t>
            </a:r>
          </a:p>
        </p:txBody>
      </p:sp>
    </p:spTree>
    <p:extLst>
      <p:ext uri="{BB962C8B-B14F-4D97-AF65-F5344CB8AC3E}">
        <p14:creationId xmlns:p14="http://schemas.microsoft.com/office/powerpoint/2010/main" xmlns="" val="19942719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800100" y="4985004"/>
            <a:ext cx="8343898" cy="2677656"/>
          </a:xfrm>
          <a:prstGeom prst="rect">
            <a:avLst/>
          </a:prstGeom>
        </p:spPr>
        <p:txBody>
          <a:bodyPr wrap="square">
            <a:spAutoFit/>
          </a:bodyPr>
          <a:lstStyle/>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
        <p:nvSpPr>
          <p:cNvPr id="6" name="5 Dikdörtgen"/>
          <p:cNvSpPr/>
          <p:nvPr/>
        </p:nvSpPr>
        <p:spPr>
          <a:xfrm>
            <a:off x="275423" y="849219"/>
            <a:ext cx="8868576" cy="4339650"/>
          </a:xfrm>
          <a:prstGeom prst="rect">
            <a:avLst/>
          </a:prstGeom>
        </p:spPr>
        <p:txBody>
          <a:bodyPr wrap="square">
            <a:spAutoFit/>
          </a:bodyPr>
          <a:lstStyle/>
          <a:p>
            <a:r>
              <a:rPr lang="tr-TR" sz="1800" b="1" dirty="0"/>
              <a:t>Sonuç</a:t>
            </a:r>
          </a:p>
          <a:p>
            <a:pPr algn="just"/>
            <a:r>
              <a:rPr lang="tr-TR" sz="1800" dirty="0"/>
              <a:t>Okuma bilişsel ve duyuşsal süreçlerin yaşandığı bir eylemdir. Okumak genel anlamıyla yazılı sözcükleri duyu organlarımız yoluyla algılayıp zihinde bunları anlamlandırıp kavramak olarak tanımlanabilir. Okuma dediğimizde günlük hayatta farklı anlamlarından da bahsedilebilir. Bizim çocuk çok güzel okuyor diyen biri, çocuğunun öğrenim hayatında başarılı olduğunu anlatmak istiyordur. Onun okuması yok derken de kişinin bu beceriyi hiç edinmemiş olduğunu anlatırız. Bu anlamları daha da çoğaltabiliriz. Kısaca okumak, insanın hayata açılan farklı pencereler arasında dolaşabilmesini sağlayan dilin dört temel becerisinden biridir. </a:t>
            </a:r>
          </a:p>
          <a:p>
            <a:pPr algn="just"/>
            <a:endParaRPr lang="tr-TR" sz="1800" i="1" dirty="0"/>
          </a:p>
          <a:p>
            <a:pPr algn="just"/>
            <a:r>
              <a:rPr lang="tr-TR" sz="1800" dirty="0"/>
              <a:t>Okumanın ögeleri nelerdir?</a:t>
            </a:r>
          </a:p>
          <a:p>
            <a:pPr algn="just"/>
            <a:r>
              <a:rPr lang="tr-TR" sz="1800" dirty="0"/>
              <a:t>Okuma stratejileri nelerdir?</a:t>
            </a:r>
          </a:p>
          <a:p>
            <a:pPr algn="just"/>
            <a:r>
              <a:rPr lang="tr-TR" sz="1800" dirty="0"/>
              <a:t>Okuma becerisinin altı ögesini açıklayınız.</a:t>
            </a:r>
          </a:p>
          <a:p>
            <a:pPr algn="just"/>
            <a:r>
              <a:rPr lang="tr-TR" sz="1800" dirty="0"/>
              <a:t>Okuma süreci ile ilgili kuramlar nelerdir?</a:t>
            </a:r>
          </a:p>
          <a:p>
            <a:pPr algn="just"/>
            <a:r>
              <a:rPr lang="tr-TR" sz="1800" dirty="0"/>
              <a:t>Okuma türleri hakkında bilgi veriniz.</a:t>
            </a:r>
          </a:p>
          <a:p>
            <a:pPr algn="just"/>
            <a:endParaRPr lang="tr-TR" sz="1200" b="1" i="1" dirty="0"/>
          </a:p>
          <a:p>
            <a:endParaRPr lang="tr-TR" sz="1200" b="1" dirty="0"/>
          </a:p>
        </p:txBody>
      </p:sp>
    </p:spTree>
    <p:extLst>
      <p:ext uri="{BB962C8B-B14F-4D97-AF65-F5344CB8AC3E}">
        <p14:creationId xmlns:p14="http://schemas.microsoft.com/office/powerpoint/2010/main" xmlns="" val="888955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352425" y="1076324"/>
            <a:ext cx="8391525" cy="6647974"/>
          </a:xfrm>
          <a:prstGeom prst="rect">
            <a:avLst/>
          </a:prstGeom>
        </p:spPr>
        <p:txBody>
          <a:bodyPr wrap="square">
            <a:spAutoFit/>
          </a:bodyPr>
          <a:lstStyle/>
          <a:p>
            <a:r>
              <a:rPr lang="de-DE" sz="1800" b="1" i="1" dirty="0" err="1"/>
              <a:t>Kaynaklar</a:t>
            </a:r>
            <a:endParaRPr lang="tr-TR" sz="1800" b="1" i="1" dirty="0"/>
          </a:p>
          <a:p>
            <a:r>
              <a:rPr lang="tr-TR" sz="1800" dirty="0" err="1"/>
              <a:t>Akbayır</a:t>
            </a:r>
            <a:r>
              <a:rPr lang="tr-TR" sz="1800" dirty="0"/>
              <a:t>, S. (2006). </a:t>
            </a:r>
            <a:r>
              <a:rPr lang="tr-TR" sz="1800" i="1" dirty="0"/>
              <a:t>Eğitim fakülteleri için cümle ve metin bilgisi</a:t>
            </a:r>
            <a:r>
              <a:rPr lang="tr-TR" sz="1800" dirty="0"/>
              <a:t>. Ankara: </a:t>
            </a:r>
            <a:r>
              <a:rPr lang="tr-TR" sz="1800" dirty="0" err="1"/>
              <a:t>Pegem</a:t>
            </a:r>
            <a:r>
              <a:rPr lang="tr-TR" sz="1800" dirty="0"/>
              <a:t> Akademi.</a:t>
            </a:r>
          </a:p>
          <a:p>
            <a:r>
              <a:rPr lang="tr-TR" sz="1800" dirty="0"/>
              <a:t>Göktürk, A. (1988). </a:t>
            </a:r>
            <a:r>
              <a:rPr lang="tr-TR" sz="1800" i="1" dirty="0"/>
              <a:t>Sözün ötesi</a:t>
            </a:r>
            <a:r>
              <a:rPr lang="tr-TR" sz="1800" dirty="0"/>
              <a:t>. İstanbul: İnkılap.</a:t>
            </a:r>
          </a:p>
          <a:p>
            <a:r>
              <a:rPr lang="tr-TR" sz="1800" dirty="0" err="1"/>
              <a:t>Ong</a:t>
            </a:r>
            <a:r>
              <a:rPr lang="tr-TR" sz="1800" dirty="0"/>
              <a:t>, W. (1999). </a:t>
            </a:r>
            <a:r>
              <a:rPr lang="tr-TR" sz="1800" i="1" dirty="0"/>
              <a:t>Sözlü ve yazılı kültür</a:t>
            </a:r>
            <a:r>
              <a:rPr lang="tr-TR" sz="1800" dirty="0"/>
              <a:t>. İstanbul: Metis.</a:t>
            </a:r>
          </a:p>
          <a:p>
            <a:r>
              <a:rPr lang="tr-TR" sz="1800" dirty="0"/>
              <a:t>Özdemir, E. (1983). Okuma sanatı. İstanbul: Varlık.</a:t>
            </a:r>
          </a:p>
          <a:p>
            <a:r>
              <a:rPr lang="tr-TR" sz="1800" dirty="0"/>
              <a:t>Özdemir, E. (2007). </a:t>
            </a:r>
            <a:r>
              <a:rPr lang="tr-TR" sz="1800" i="1" dirty="0"/>
              <a:t>Eleştirel okuma</a:t>
            </a:r>
            <a:r>
              <a:rPr lang="tr-TR" sz="1800" dirty="0"/>
              <a:t>. Ankara: Bilgi.</a:t>
            </a:r>
            <a:endParaRPr lang="tr-TR" sz="1800" b="1" i="1" dirty="0"/>
          </a:p>
          <a:p>
            <a:r>
              <a:rPr lang="tr-TR" sz="1800" i="1" dirty="0" err="1"/>
              <a:t>National</a:t>
            </a:r>
            <a:r>
              <a:rPr lang="tr-TR" sz="1800" i="1" dirty="0"/>
              <a:t> </a:t>
            </a:r>
            <a:r>
              <a:rPr lang="tr-TR" sz="1800" i="1" dirty="0" err="1"/>
              <a:t>Reading</a:t>
            </a:r>
            <a:r>
              <a:rPr lang="tr-TR" sz="1800" i="1" dirty="0"/>
              <a:t> Panel </a:t>
            </a:r>
            <a:r>
              <a:rPr lang="tr-TR" sz="1800" i="1" dirty="0" err="1"/>
              <a:t>pdf</a:t>
            </a:r>
            <a:r>
              <a:rPr lang="tr-TR" sz="1800" i="1" dirty="0"/>
              <a:t> </a:t>
            </a:r>
            <a:r>
              <a:rPr lang="tr-TR" sz="1800" i="1" dirty="0" err="1"/>
              <a:t>book</a:t>
            </a:r>
            <a:r>
              <a:rPr lang="tr-TR" sz="1800" dirty="0"/>
              <a:t>, 2000.</a:t>
            </a:r>
            <a:endParaRPr lang="tr-TR" sz="1800" b="1" i="1" dirty="0"/>
          </a:p>
          <a:p>
            <a:r>
              <a:rPr lang="tr-TR" sz="1800" dirty="0"/>
              <a:t>Temizkan, M. (2021). </a:t>
            </a:r>
            <a:r>
              <a:rPr lang="tr-TR" sz="1800" i="1" dirty="0"/>
              <a:t>Metin türlerine göre okuma eğitimi</a:t>
            </a:r>
            <a:r>
              <a:rPr lang="tr-TR" sz="1800" dirty="0"/>
              <a:t>. Ankara: Nobel. </a:t>
            </a:r>
          </a:p>
          <a:p>
            <a:r>
              <a:rPr lang="tr-TR" sz="1800" dirty="0" err="1"/>
              <a:t>Tracey</a:t>
            </a:r>
            <a:r>
              <a:rPr lang="tr-TR" sz="1800" dirty="0"/>
              <a:t>, D. H.-</a:t>
            </a:r>
            <a:r>
              <a:rPr lang="tr-TR" sz="1800" dirty="0" err="1"/>
              <a:t>Morrow</a:t>
            </a:r>
            <a:r>
              <a:rPr lang="tr-TR" sz="1800" dirty="0"/>
              <a:t>, L. M. (2017). </a:t>
            </a:r>
            <a:r>
              <a:rPr lang="tr-TR" sz="1800" i="1" dirty="0"/>
              <a:t>Okumaya genel bir bakış kuram ve modellere giriş</a:t>
            </a:r>
            <a:r>
              <a:rPr lang="tr-TR" sz="1800" dirty="0"/>
              <a:t>. (Çeviri editörü: Hakan </a:t>
            </a:r>
            <a:r>
              <a:rPr lang="tr-TR" sz="1800" dirty="0" err="1"/>
              <a:t>Ülper</a:t>
            </a:r>
            <a:r>
              <a:rPr lang="tr-TR" sz="1800" dirty="0"/>
              <a:t>). Ankara: </a:t>
            </a:r>
            <a:r>
              <a:rPr lang="tr-TR" sz="1800" dirty="0" err="1"/>
              <a:t>Pegem</a:t>
            </a:r>
            <a:r>
              <a:rPr lang="tr-TR" sz="1800" dirty="0"/>
              <a:t> Akademi. </a:t>
            </a:r>
          </a:p>
          <a:p>
            <a:r>
              <a:rPr lang="tr-TR" sz="1800" dirty="0" err="1"/>
              <a:t>Ülper</a:t>
            </a:r>
            <a:r>
              <a:rPr lang="tr-TR" sz="1800" dirty="0"/>
              <a:t>, H. (2021). </a:t>
            </a:r>
            <a:r>
              <a:rPr lang="tr-TR" sz="1800" i="1" dirty="0"/>
              <a:t>Okuma ve anlamlandırma becerilerinin kazandırılması</a:t>
            </a:r>
            <a:r>
              <a:rPr lang="tr-TR" sz="1800" dirty="0"/>
              <a:t>. Ankara: Nobel. </a:t>
            </a:r>
          </a:p>
          <a:p>
            <a:r>
              <a:rPr lang="tr-TR" sz="1800" dirty="0"/>
              <a:t>Yalçın, A. (2002). </a:t>
            </a:r>
            <a:r>
              <a:rPr lang="tr-TR" sz="1800" i="1" dirty="0"/>
              <a:t>Türkçe öğretim yöntemleri. yeni yaklaşımlar</a:t>
            </a:r>
            <a:r>
              <a:rPr lang="tr-TR" sz="1800" dirty="0"/>
              <a:t>. Ankara: </a:t>
            </a:r>
            <a:r>
              <a:rPr lang="tr-TR" sz="1800" dirty="0" err="1"/>
              <a:t>Akçağ</a:t>
            </a:r>
            <a:r>
              <a:rPr lang="tr-TR" sz="1800" dirty="0"/>
              <a:t>.</a:t>
            </a:r>
          </a:p>
          <a:p>
            <a:endParaRPr lang="tr-TR" sz="1400" b="1" i="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Tree>
    <p:extLst>
      <p:ext uri="{BB962C8B-B14F-4D97-AF65-F5344CB8AC3E}">
        <p14:creationId xmlns:p14="http://schemas.microsoft.com/office/powerpoint/2010/main" xmlns="" val="888955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542925" y="1228724"/>
            <a:ext cx="8086725" cy="2308324"/>
          </a:xfrm>
          <a:prstGeom prst="rect">
            <a:avLst/>
          </a:prstGeom>
        </p:spPr>
        <p:txBody>
          <a:bodyPr wrap="square">
            <a:spAutoFit/>
          </a:bodyPr>
          <a:lstStyle/>
          <a:p>
            <a:pPr algn="just"/>
            <a:r>
              <a:rPr lang="tr-TR" sz="2400" dirty="0"/>
              <a:t>Bu dersle ilgili daha fazla bilgi sahibi olmak isteyenler ders kitabından ilgili bölümü okuyabilirler, önerilen kaynaklar bölümünden faydalanabilirler. </a:t>
            </a:r>
          </a:p>
          <a:p>
            <a:pPr algn="just"/>
            <a:r>
              <a:rPr lang="tr-TR" sz="2400" dirty="0"/>
              <a:t>İyi çalışmalar dileriz.</a:t>
            </a:r>
          </a:p>
          <a:p>
            <a:pPr algn="just"/>
            <a:endParaRPr lang="tr-TR" sz="2400" dirty="0"/>
          </a:p>
          <a:p>
            <a:pPr algn="just"/>
            <a:endParaRPr lang="tr-TR" sz="2400" dirty="0"/>
          </a:p>
        </p:txBody>
      </p:sp>
    </p:spTree>
    <p:extLst>
      <p:ext uri="{BB962C8B-B14F-4D97-AF65-F5344CB8AC3E}">
        <p14:creationId xmlns:p14="http://schemas.microsoft.com/office/powerpoint/2010/main" xmlns="" val="1177716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4"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7" y="1066292"/>
            <a:ext cx="8624098" cy="584775"/>
          </a:xfrm>
          <a:prstGeom prst="rect">
            <a:avLst/>
          </a:prstGeom>
          <a:noFill/>
        </p:spPr>
        <p:txBody>
          <a:bodyPr wrap="square" rtlCol="0">
            <a:spAutoFit/>
          </a:bodyPr>
          <a:lstStyle/>
          <a:p>
            <a:pPr algn="ctr"/>
            <a:r>
              <a:rPr lang="en-US" sz="3200" b="1" spc="200" dirty="0"/>
              <a:t>TEŞEKKÜRLER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96295" y="3447110"/>
            <a:ext cx="8351403" cy="412934"/>
          </a:xfrm>
          <a:prstGeom prst="rect">
            <a:avLst/>
          </a:prstGeom>
          <a:noFill/>
        </p:spPr>
        <p:txBody>
          <a:bodyPr wrap="square" rtlCol="0">
            <a:spAutoFit/>
          </a:bodyPr>
          <a:lstStyle/>
          <a:p>
            <a:pPr algn="ctr">
              <a:lnSpc>
                <a:spcPct val="125000"/>
              </a:lnSpc>
            </a:pPr>
            <a:r>
              <a:rPr lang="en-US" sz="1800" b="1" dirty="0"/>
              <a:t>(</a:t>
            </a:r>
            <a:r>
              <a:rPr lang="tr-TR" sz="1800" b="1" dirty="0"/>
              <a:t>Dr. Hafize Şahin, Öğretim Görevlisi)</a:t>
            </a:r>
            <a:endParaRPr lang="en-US" sz="1800" b="1" dirty="0"/>
          </a:p>
        </p:txBody>
      </p:sp>
      <p:sp>
        <p:nvSpPr>
          <p:cNvPr id="11" name="TextBox 10"/>
          <p:cNvSpPr txBox="1"/>
          <p:nvPr/>
        </p:nvSpPr>
        <p:spPr>
          <a:xfrm>
            <a:off x="396296" y="3956837"/>
            <a:ext cx="8351403" cy="412934"/>
          </a:xfrm>
          <a:prstGeom prst="rect">
            <a:avLst/>
          </a:prstGeom>
          <a:noFill/>
        </p:spPr>
        <p:txBody>
          <a:bodyPr wrap="square" rtlCol="0">
            <a:spAutoFit/>
          </a:bodyPr>
          <a:lstStyle/>
          <a:p>
            <a:pPr algn="ctr">
              <a:lnSpc>
                <a:spcPct val="125000"/>
              </a:lnSpc>
            </a:pPr>
            <a:r>
              <a:rPr lang="en-US" sz="1800" b="1" dirty="0"/>
              <a:t>(</a:t>
            </a:r>
            <a:r>
              <a:rPr lang="tr-TR" sz="1800" b="1" dirty="0"/>
              <a:t>hafize@hacettepe.edu.tr</a:t>
            </a:r>
            <a:r>
              <a:rPr lang="en-US" sz="1800" b="1" dirty="0"/>
              <a:t>)</a:t>
            </a:r>
          </a:p>
        </p:txBody>
      </p:sp>
      <p:pic>
        <p:nvPicPr>
          <p:cNvPr id="2" name="Resim 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40094" y="1731232"/>
            <a:ext cx="1263803" cy="1233132"/>
          </a:xfrm>
          <a:prstGeom prst="rect">
            <a:avLst/>
          </a:prstGeom>
        </p:spPr>
      </p:pic>
    </p:spTree>
    <p:extLst>
      <p:ext uri="{BB962C8B-B14F-4D97-AF65-F5344CB8AC3E}">
        <p14:creationId xmlns:p14="http://schemas.microsoft.com/office/powerpoint/2010/main" xmlns="" val="7573165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7363</TotalTime>
  <Words>4143</Words>
  <Application>Microsoft Macintosh PowerPoint</Application>
  <PresentationFormat>Ekran Gösterisi (16:9)</PresentationFormat>
  <Paragraphs>458</Paragraphs>
  <Slides>56</Slides>
  <Notes>56</Notes>
  <HiddenSlides>0</HiddenSlides>
  <MMClips>0</MMClips>
  <ScaleCrop>false</ScaleCrop>
  <HeadingPairs>
    <vt:vector size="4" baseType="variant">
      <vt:variant>
        <vt:lpstr>Tema</vt:lpstr>
      </vt:variant>
      <vt:variant>
        <vt:i4>1</vt:i4>
      </vt:variant>
      <vt:variant>
        <vt:lpstr>Slayt Başlıkları</vt:lpstr>
      </vt:variant>
      <vt:variant>
        <vt:i4>56</vt:i4>
      </vt:variant>
    </vt:vector>
  </HeadingPairs>
  <TitlesOfParts>
    <vt:vector size="57" baseType="lpstr">
      <vt:lpstr>Office Theme</vt:lpstr>
      <vt:lpstr>Slayt 1</vt:lpstr>
      <vt:lpstr>Slayt 2</vt:lpstr>
      <vt:lpstr>Slayt 3</vt:lpstr>
      <vt:lpstr>Slayt 4</vt:lpstr>
      <vt:lpstr>Slayt 5</vt:lpstr>
      <vt:lpstr>Slayt 6</vt:lpstr>
      <vt:lpstr>Slayt 7</vt:lpstr>
      <vt:lpstr>Slayt 8</vt:lpstr>
      <vt:lpstr>Slayt 9</vt:lpstr>
      <vt:lpstr>Slayt 10</vt:lpstr>
      <vt:lpstr>Slayt 11</vt:lpstr>
      <vt:lpstr>Slayt 12</vt:lpstr>
      <vt:lpstr>Slayt 13</vt:lpstr>
      <vt:lpstr>Slayt 14</vt:lpstr>
      <vt:lpstr>Slayt 15</vt:lpstr>
      <vt:lpstr>Slayt 16</vt:lpstr>
      <vt:lpstr>Slayt 17</vt:lpstr>
      <vt:lpstr>Slayt 18</vt:lpstr>
      <vt:lpstr>Slayt 19</vt:lpstr>
      <vt:lpstr>Slayt 20</vt:lpstr>
      <vt:lpstr>Slayt 21</vt:lpstr>
      <vt:lpstr>Slayt 22</vt:lpstr>
      <vt:lpstr>Slayt 23</vt:lpstr>
      <vt:lpstr>Slayt 24</vt:lpstr>
      <vt:lpstr>Slayt 25</vt:lpstr>
      <vt:lpstr>Slayt 26</vt:lpstr>
      <vt:lpstr>Slayt 27</vt:lpstr>
      <vt:lpstr>Slayt 28</vt:lpstr>
      <vt:lpstr>Slayt 29</vt:lpstr>
      <vt:lpstr>Slayt 30</vt:lpstr>
      <vt:lpstr>Slayt 31</vt:lpstr>
      <vt:lpstr>Slayt 32</vt:lpstr>
      <vt:lpstr>Slayt 33</vt:lpstr>
      <vt:lpstr>Slayt 34</vt:lpstr>
      <vt:lpstr>Slayt 35</vt:lpstr>
      <vt:lpstr>Slayt 36</vt:lpstr>
      <vt:lpstr>Slayt 37</vt:lpstr>
      <vt:lpstr>Slayt 38</vt:lpstr>
      <vt:lpstr>Slayt 39</vt:lpstr>
      <vt:lpstr>Slayt 40</vt:lpstr>
      <vt:lpstr>Slayt 41</vt:lpstr>
      <vt:lpstr>Slayt 42</vt:lpstr>
      <vt:lpstr>Slayt 43</vt:lpstr>
      <vt:lpstr>Slayt 44</vt:lpstr>
      <vt:lpstr>Slayt 45</vt:lpstr>
      <vt:lpstr>Slayt 46</vt:lpstr>
      <vt:lpstr>Slayt 47</vt:lpstr>
      <vt:lpstr>Slayt 48</vt:lpstr>
      <vt:lpstr>Slayt 49</vt:lpstr>
      <vt:lpstr>Slayt 50</vt:lpstr>
      <vt:lpstr>Slayt 51</vt:lpstr>
      <vt:lpstr>Slayt 52</vt:lpstr>
      <vt:lpstr>Slayt 53</vt:lpstr>
      <vt:lpstr>Slayt 54</vt:lpstr>
      <vt:lpstr>Slayt 55</vt:lpstr>
      <vt:lpstr>Slayt 56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serdar</cp:lastModifiedBy>
  <cp:revision>401</cp:revision>
  <dcterms:created xsi:type="dcterms:W3CDTF">2017-06-20T07:26:29Z</dcterms:created>
  <dcterms:modified xsi:type="dcterms:W3CDTF">2022-01-26T17:15:13Z</dcterms:modified>
</cp:coreProperties>
</file>